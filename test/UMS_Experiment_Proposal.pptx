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9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F8727F-C453-CFEF-490F-2EE08FF2DE9E}" name="Jinqi Shen" initials="JS" userId="S::jinqishen@microsoft.com::abc4f061-e5a8-40f2-a559-7a454bbdde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953A-E000-4B9F-A0F1-1FF9C796B706}" v="214" dt="2026-04-03T19:09:35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qi Shen" userId="abc4f061-e5a8-40f2-a559-7a454bbdde7a" providerId="ADAL" clId="{4137F2E2-DC9C-4C8F-A83F-EEF64D3F6CB1}"/>
    <pc:docChg chg="undo custSel addSld delSld modSld sldOrd">
      <pc:chgData name="Jinqi Shen" userId="abc4f061-e5a8-40f2-a559-7a454bbdde7a" providerId="ADAL" clId="{4137F2E2-DC9C-4C8F-A83F-EEF64D3F6CB1}" dt="2026-04-03T19:10:29.853" v="4824" actId="2696"/>
      <pc:docMkLst>
        <pc:docMk/>
      </pc:docMkLst>
      <pc:sldChg chg="addSp modSp add del mod">
        <pc:chgData name="Jinqi Shen" userId="abc4f061-e5a8-40f2-a559-7a454bbdde7a" providerId="ADAL" clId="{4137F2E2-DC9C-4C8F-A83F-EEF64D3F6CB1}" dt="2026-03-16T19:01:48.099" v="85"/>
        <pc:sldMkLst>
          <pc:docMk/>
          <pc:sldMk cId="0" sldId="256"/>
        </pc:sldMkLst>
      </pc:sldChg>
      <pc:sldChg chg="add del">
        <pc:chgData name="Jinqi Shen" userId="abc4f061-e5a8-40f2-a559-7a454bbdde7a" providerId="ADAL" clId="{4137F2E2-DC9C-4C8F-A83F-EEF64D3F6CB1}" dt="2026-03-16T19:01:48.099" v="85"/>
        <pc:sldMkLst>
          <pc:docMk/>
          <pc:sldMk cId="0" sldId="257"/>
        </pc:sldMkLst>
      </pc:sldChg>
      <pc:sldChg chg="addSp delSp modSp add del mod modCm">
        <pc:chgData name="Jinqi Shen" userId="abc4f061-e5a8-40f2-a559-7a454bbdde7a" providerId="ADAL" clId="{4137F2E2-DC9C-4C8F-A83F-EEF64D3F6CB1}" dt="2026-04-03T18:43:46.191" v="4621" actId="948"/>
        <pc:sldMkLst>
          <pc:docMk/>
          <pc:sldMk cId="0" sldId="258"/>
        </pc:sldMkLst>
        <pc:spChg chg="del mod">
          <ac:chgData name="Jinqi Shen" userId="abc4f061-e5a8-40f2-a559-7a454bbdde7a" providerId="ADAL" clId="{4137F2E2-DC9C-4C8F-A83F-EEF64D3F6CB1}" dt="2026-04-03T18:43:45.253" v="4591"/>
          <ac:spMkLst>
            <pc:docMk/>
            <pc:sldMk cId="0" sldId="258"/>
            <ac:spMk id="3" creationId="{00000000-0000-0000-0000-000000000000}"/>
          </ac:spMkLst>
        </pc:spChg>
        <pc:spChg chg="del">
          <ac:chgData name="Jinqi Shen" userId="abc4f061-e5a8-40f2-a559-7a454bbdde7a" providerId="ADAL" clId="{4137F2E2-DC9C-4C8F-A83F-EEF64D3F6CB1}" dt="2026-04-03T18:22:52.036" v="965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Jinqi Shen" userId="abc4f061-e5a8-40f2-a559-7a454bbdde7a" providerId="ADAL" clId="{4137F2E2-DC9C-4C8F-A83F-EEF64D3F6CB1}" dt="2026-04-03T18:22:51.989" v="963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Jinqi Shen" userId="abc4f061-e5a8-40f2-a559-7a454bbdde7a" providerId="ADAL" clId="{4137F2E2-DC9C-4C8F-A83F-EEF64D3F6CB1}" dt="2026-04-03T18:22:51.933" v="961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Jinqi Shen" userId="abc4f061-e5a8-40f2-a559-7a454bbdde7a" providerId="ADAL" clId="{4137F2E2-DC9C-4C8F-A83F-EEF64D3F6CB1}" dt="2026-04-03T18:22:51.840" v="959"/>
          <ac:spMkLst>
            <pc:docMk/>
            <pc:sldMk cId="0" sldId="258"/>
            <ac:spMk id="7" creationId="{00000000-0000-0000-0000-000000000000}"/>
          </ac:spMkLst>
        </pc:spChg>
        <pc:spChg chg="del">
          <ac:chgData name="Jinqi Shen" userId="abc4f061-e5a8-40f2-a559-7a454bbdde7a" providerId="ADAL" clId="{4137F2E2-DC9C-4C8F-A83F-EEF64D3F6CB1}" dt="2026-04-03T18:22:51.790" v="957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Jinqi Shen" userId="abc4f061-e5a8-40f2-a559-7a454bbdde7a" providerId="ADAL" clId="{4137F2E2-DC9C-4C8F-A83F-EEF64D3F6CB1}" dt="2026-04-03T18:22:51.714" v="955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Jinqi Shen" userId="abc4f061-e5a8-40f2-a559-7a454bbdde7a" providerId="ADAL" clId="{4137F2E2-DC9C-4C8F-A83F-EEF64D3F6CB1}" dt="2026-04-03T18:33:50.611" v="1253" actId="207"/>
          <ac:spMkLst>
            <pc:docMk/>
            <pc:sldMk cId="0" sldId="258"/>
            <ac:spMk id="10" creationId="{2587C2D8-C250-5AC0-113F-51F1BA2AC4D6}"/>
          </ac:spMkLst>
        </pc:spChg>
        <pc:spChg chg="add mod">
          <ac:chgData name="Jinqi Shen" userId="abc4f061-e5a8-40f2-a559-7a454bbdde7a" providerId="ADAL" clId="{4137F2E2-DC9C-4C8F-A83F-EEF64D3F6CB1}" dt="2026-04-03T18:33:50.722" v="1256" actId="207"/>
          <ac:spMkLst>
            <pc:docMk/>
            <pc:sldMk cId="0" sldId="258"/>
            <ac:spMk id="11" creationId="{112C2677-977B-D861-311B-3CA8C8750869}"/>
          </ac:spMkLst>
        </pc:spChg>
        <pc:spChg chg="add mod">
          <ac:chgData name="Jinqi Shen" userId="abc4f061-e5a8-40f2-a559-7a454bbdde7a" providerId="ADAL" clId="{4137F2E2-DC9C-4C8F-A83F-EEF64D3F6CB1}" dt="2026-04-03T18:33:50.849" v="1259" actId="207"/>
          <ac:spMkLst>
            <pc:docMk/>
            <pc:sldMk cId="0" sldId="258"/>
            <ac:spMk id="12" creationId="{CB1DB114-4366-99D9-1831-208F5A6D29F3}"/>
          </ac:spMkLst>
        </pc:spChg>
        <pc:spChg chg="add mod">
          <ac:chgData name="Jinqi Shen" userId="abc4f061-e5a8-40f2-a559-7a454bbdde7a" providerId="ADAL" clId="{4137F2E2-DC9C-4C8F-A83F-EEF64D3F6CB1}" dt="2026-04-03T18:33:50.948" v="1262" actId="207"/>
          <ac:spMkLst>
            <pc:docMk/>
            <pc:sldMk cId="0" sldId="258"/>
            <ac:spMk id="13" creationId="{2CBAA490-A173-C280-A942-5785F739A58C}"/>
          </ac:spMkLst>
        </pc:spChg>
        <pc:spChg chg="add mod">
          <ac:chgData name="Jinqi Shen" userId="abc4f061-e5a8-40f2-a559-7a454bbdde7a" providerId="ADAL" clId="{4137F2E2-DC9C-4C8F-A83F-EEF64D3F6CB1}" dt="2026-04-03T18:33:51.035" v="1265" actId="207"/>
          <ac:spMkLst>
            <pc:docMk/>
            <pc:sldMk cId="0" sldId="258"/>
            <ac:spMk id="14" creationId="{246E9F27-165B-F712-5036-A2AACA52F14A}"/>
          </ac:spMkLst>
        </pc:spChg>
        <pc:spChg chg="add mod">
          <ac:chgData name="Jinqi Shen" userId="abc4f061-e5a8-40f2-a559-7a454bbdde7a" providerId="ADAL" clId="{4137F2E2-DC9C-4C8F-A83F-EEF64D3F6CB1}" dt="2026-04-03T18:33:51.143" v="1268" actId="207"/>
          <ac:spMkLst>
            <pc:docMk/>
            <pc:sldMk cId="0" sldId="258"/>
            <ac:spMk id="15" creationId="{FA1ACC28-36D1-3093-DAAA-C0428BB265C9}"/>
          </ac:spMkLst>
        </pc:spChg>
        <pc:spChg chg="add mod">
          <ac:chgData name="Jinqi Shen" userId="abc4f061-e5a8-40f2-a559-7a454bbdde7a" providerId="ADAL" clId="{4137F2E2-DC9C-4C8F-A83F-EEF64D3F6CB1}" dt="2026-04-03T18:33:51.238" v="1271" actId="207"/>
          <ac:spMkLst>
            <pc:docMk/>
            <pc:sldMk cId="0" sldId="258"/>
            <ac:spMk id="16" creationId="{BDB0E6F2-25E7-75C1-DBF5-1C25EF606692}"/>
          </ac:spMkLst>
        </pc:spChg>
        <pc:spChg chg="add mod">
          <ac:chgData name="Jinqi Shen" userId="abc4f061-e5a8-40f2-a559-7a454bbdde7a" providerId="ADAL" clId="{4137F2E2-DC9C-4C8F-A83F-EEF64D3F6CB1}" dt="2026-04-03T18:33:51.349" v="1274" actId="207"/>
          <ac:spMkLst>
            <pc:docMk/>
            <pc:sldMk cId="0" sldId="258"/>
            <ac:spMk id="17" creationId="{A772086C-7ADB-D2B0-97B0-2A581F8184C2}"/>
          </ac:spMkLst>
        </pc:spChg>
        <pc:spChg chg="add mod">
          <ac:chgData name="Jinqi Shen" userId="abc4f061-e5a8-40f2-a559-7a454bbdde7a" providerId="ADAL" clId="{4137F2E2-DC9C-4C8F-A83F-EEF64D3F6CB1}" dt="2026-04-03T18:33:51.481" v="1277" actId="207"/>
          <ac:spMkLst>
            <pc:docMk/>
            <pc:sldMk cId="0" sldId="258"/>
            <ac:spMk id="18" creationId="{DC2E2458-3448-D72B-3964-3F690C0EE7DD}"/>
          </ac:spMkLst>
        </pc:spChg>
        <pc:spChg chg="add mod">
          <ac:chgData name="Jinqi Shen" userId="abc4f061-e5a8-40f2-a559-7a454bbdde7a" providerId="ADAL" clId="{4137F2E2-DC9C-4C8F-A83F-EEF64D3F6CB1}" dt="2026-04-03T18:33:51.570" v="1280" actId="207"/>
          <ac:spMkLst>
            <pc:docMk/>
            <pc:sldMk cId="0" sldId="258"/>
            <ac:spMk id="19" creationId="{59834664-2D8C-E61B-3979-82FC377E58BE}"/>
          </ac:spMkLst>
        </pc:spChg>
        <pc:spChg chg="add mod">
          <ac:chgData name="Jinqi Shen" userId="abc4f061-e5a8-40f2-a559-7a454bbdde7a" providerId="ADAL" clId="{4137F2E2-DC9C-4C8F-A83F-EEF64D3F6CB1}" dt="2026-04-03T18:43:46.191" v="4621" actId="948"/>
          <ac:spMkLst>
            <pc:docMk/>
            <pc:sldMk cId="0" sldId="258"/>
            <ac:spMk id="20" creationId="{AB290687-6358-5F31-0DBC-85FF98A8F0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inqi Shen" userId="abc4f061-e5a8-40f2-a559-7a454bbdde7a" providerId="ADAL" clId="{4137F2E2-DC9C-4C8F-A83F-EEF64D3F6CB1}" dt="2026-03-16T19:13:19.180" v="151" actId="20577"/>
              <pc2:cmMkLst xmlns:pc2="http://schemas.microsoft.com/office/powerpoint/2019/9/main/command">
                <pc:docMk/>
                <pc:sldMk cId="0" sldId="258"/>
                <pc2:cmMk id="{48671F17-07EA-44A2-91F7-A26BB4048A40}"/>
              </pc2:cmMkLst>
            </pc226:cmChg>
          </p:ext>
        </pc:extLst>
      </pc:sldChg>
      <pc:sldChg chg="modSp add del mod">
        <pc:chgData name="Jinqi Shen" userId="abc4f061-e5a8-40f2-a559-7a454bbdde7a" providerId="ADAL" clId="{4137F2E2-DC9C-4C8F-A83F-EEF64D3F6CB1}" dt="2026-03-16T19:03:51.618" v="88" actId="20577"/>
        <pc:sldMkLst>
          <pc:docMk/>
          <pc:sldMk cId="0" sldId="259"/>
        </pc:sldMkLst>
        <pc:spChg chg="mod">
          <ac:chgData name="Jinqi Shen" userId="abc4f061-e5a8-40f2-a559-7a454bbdde7a" providerId="ADAL" clId="{4137F2E2-DC9C-4C8F-A83F-EEF64D3F6CB1}" dt="2026-03-16T19:03:51.618" v="88" actId="20577"/>
          <ac:spMkLst>
            <pc:docMk/>
            <pc:sldMk cId="0" sldId="259"/>
            <ac:spMk id="11" creationId="{00000000-0000-0000-0000-000000000000}"/>
          </ac:spMkLst>
        </pc:spChg>
      </pc:sldChg>
      <pc:sldChg chg="modSp add del mod">
        <pc:chgData name="Jinqi Shen" userId="abc4f061-e5a8-40f2-a559-7a454bbdde7a" providerId="ADAL" clId="{4137F2E2-DC9C-4C8F-A83F-EEF64D3F6CB1}" dt="2026-03-16T19:01:48.099" v="85"/>
        <pc:sldMkLst>
          <pc:docMk/>
          <pc:sldMk cId="0" sldId="260"/>
        </pc:sldMkLst>
        <pc:spChg chg="mod">
          <ac:chgData name="Jinqi Shen" userId="abc4f061-e5a8-40f2-a559-7a454bbdde7a" providerId="ADAL" clId="{4137F2E2-DC9C-4C8F-A83F-EEF64D3F6CB1}" dt="2026-03-16T18:56:43.811" v="8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add del mod">
        <pc:chgData name="Jinqi Shen" userId="abc4f061-e5a8-40f2-a559-7a454bbdde7a" providerId="ADAL" clId="{4137F2E2-DC9C-4C8F-A83F-EEF64D3F6CB1}" dt="2026-03-16T22:20:37.150" v="507"/>
        <pc:sldMkLst>
          <pc:docMk/>
          <pc:sldMk cId="0" sldId="261"/>
        </pc:sldMkLst>
        <pc:spChg chg="mod">
          <ac:chgData name="Jinqi Shen" userId="abc4f061-e5a8-40f2-a559-7a454bbdde7a" providerId="ADAL" clId="{4137F2E2-DC9C-4C8F-A83F-EEF64D3F6CB1}" dt="2026-03-16T22:19:33.788" v="395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22:19:23.255" v="394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22:20:20.428" v="475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22:20:37.150" v="507"/>
          <ac:spMkLst>
            <pc:docMk/>
            <pc:sldMk cId="0" sldId="261"/>
            <ac:spMk id="10" creationId="{00000000-0000-0000-0000-000000000000}"/>
          </ac:spMkLst>
        </pc:spChg>
      </pc:sldChg>
      <pc:sldChg chg="add del">
        <pc:chgData name="Jinqi Shen" userId="abc4f061-e5a8-40f2-a559-7a454bbdde7a" providerId="ADAL" clId="{4137F2E2-DC9C-4C8F-A83F-EEF64D3F6CB1}" dt="2026-03-16T19:01:48.099" v="85"/>
        <pc:sldMkLst>
          <pc:docMk/>
          <pc:sldMk cId="0" sldId="262"/>
        </pc:sldMkLst>
      </pc:sldChg>
      <pc:sldChg chg="addSp modSp add del mod">
        <pc:chgData name="Jinqi Shen" userId="abc4f061-e5a8-40f2-a559-7a454bbdde7a" providerId="ADAL" clId="{4137F2E2-DC9C-4C8F-A83F-EEF64D3F6CB1}" dt="2026-03-16T19:04:34.034" v="94" actId="948"/>
        <pc:sldMkLst>
          <pc:docMk/>
          <pc:sldMk cId="0" sldId="263"/>
        </pc:sldMkLst>
        <pc:spChg chg="add mod">
          <ac:chgData name="Jinqi Shen" userId="abc4f061-e5a8-40f2-a559-7a454bbdde7a" providerId="ADAL" clId="{4137F2E2-DC9C-4C8F-A83F-EEF64D3F6CB1}" dt="2026-03-16T19:04:34.034" v="94" actId="948"/>
          <ac:spMkLst>
            <pc:docMk/>
            <pc:sldMk cId="0" sldId="263"/>
            <ac:spMk id="23" creationId="{CDE89A40-2478-6AF6-E711-18BC96D61505}"/>
          </ac:spMkLst>
        </pc:spChg>
      </pc:sldChg>
      <pc:sldChg chg="addSp delSp modSp add del mod">
        <pc:chgData name="Jinqi Shen" userId="abc4f061-e5a8-40f2-a559-7a454bbdde7a" providerId="ADAL" clId="{4137F2E2-DC9C-4C8F-A83F-EEF64D3F6CB1}" dt="2026-03-16T22:43:07.680" v="949" actId="20577"/>
        <pc:sldMkLst>
          <pc:docMk/>
          <pc:sldMk cId="0" sldId="265"/>
        </pc:sldMkLst>
        <pc:spChg chg="mod">
          <ac:chgData name="Jinqi Shen" userId="abc4f061-e5a8-40f2-a559-7a454bbdde7a" providerId="ADAL" clId="{4137F2E2-DC9C-4C8F-A83F-EEF64D3F6CB1}" dt="2026-03-16T22:22:09.172" v="512" actId="20577"/>
          <ac:spMkLst>
            <pc:docMk/>
            <pc:sldMk cId="0" sldId="265"/>
            <ac:spMk id="2" creationId="{00000000-0000-0000-0000-000000000000}"/>
          </ac:spMkLst>
        </pc:spChg>
        <pc:spChg chg="add del mod">
          <ac:chgData name="Jinqi Shen" userId="abc4f061-e5a8-40f2-a559-7a454bbdde7a" providerId="ADAL" clId="{4137F2E2-DC9C-4C8F-A83F-EEF64D3F6CB1}" dt="2026-03-16T22:36:55.666" v="827" actId="478"/>
          <ac:spMkLst>
            <pc:docMk/>
            <pc:sldMk cId="0" sldId="265"/>
            <ac:spMk id="8" creationId="{1520FD4E-6B69-0DFC-9380-1F40A3315A36}"/>
          </ac:spMkLst>
        </pc:spChg>
        <pc:spChg chg="add del mod">
          <ac:chgData name="Jinqi Shen" userId="abc4f061-e5a8-40f2-a559-7a454bbdde7a" providerId="ADAL" clId="{4137F2E2-DC9C-4C8F-A83F-EEF64D3F6CB1}" dt="2026-03-16T22:38:02.994" v="842" actId="207"/>
          <ac:spMkLst>
            <pc:docMk/>
            <pc:sldMk cId="0" sldId="265"/>
            <ac:spMk id="9" creationId="{416E9823-5E95-B012-CC54-018CF3BBDE1F}"/>
          </ac:spMkLst>
        </pc:spChg>
        <pc:spChg chg="add del mod">
          <ac:chgData name="Jinqi Shen" userId="abc4f061-e5a8-40f2-a559-7a454bbdde7a" providerId="ADAL" clId="{4137F2E2-DC9C-4C8F-A83F-EEF64D3F6CB1}" dt="2026-03-16T22:40:28.716" v="911" actId="1076"/>
          <ac:spMkLst>
            <pc:docMk/>
            <pc:sldMk cId="0" sldId="265"/>
            <ac:spMk id="10" creationId="{4E8CC8AE-DC50-EA40-509D-D7DB209EEBDA}"/>
          </ac:spMkLst>
        </pc:spChg>
        <pc:spChg chg="add del mod">
          <ac:chgData name="Jinqi Shen" userId="abc4f061-e5a8-40f2-a559-7a454bbdde7a" providerId="ADAL" clId="{4137F2E2-DC9C-4C8F-A83F-EEF64D3F6CB1}" dt="2026-03-16T22:38:18.280" v="843" actId="207"/>
          <ac:spMkLst>
            <pc:docMk/>
            <pc:sldMk cId="0" sldId="265"/>
            <ac:spMk id="11" creationId="{736A4378-B4F8-DAB2-29CD-EFA2BC23FA6C}"/>
          </ac:spMkLst>
        </pc:spChg>
        <pc:spChg chg="add del mod">
          <ac:chgData name="Jinqi Shen" userId="abc4f061-e5a8-40f2-a559-7a454bbdde7a" providerId="ADAL" clId="{4137F2E2-DC9C-4C8F-A83F-EEF64D3F6CB1}" dt="2026-03-16T22:42:30.019" v="938" actId="20577"/>
          <ac:spMkLst>
            <pc:docMk/>
            <pc:sldMk cId="0" sldId="265"/>
            <ac:spMk id="12" creationId="{0D4F4210-26D8-694A-54C2-C5B62C363404}"/>
          </ac:spMkLst>
        </pc:spChg>
        <pc:spChg chg="add del mod">
          <ac:chgData name="Jinqi Shen" userId="abc4f061-e5a8-40f2-a559-7a454bbdde7a" providerId="ADAL" clId="{4137F2E2-DC9C-4C8F-A83F-EEF64D3F6CB1}" dt="2026-03-16T22:40:04.088" v="908" actId="1076"/>
          <ac:spMkLst>
            <pc:docMk/>
            <pc:sldMk cId="0" sldId="265"/>
            <ac:spMk id="15" creationId="{8B39C2B1-D2CE-2F8A-1270-EDB92A4444C6}"/>
          </ac:spMkLst>
        </pc:spChg>
        <pc:spChg chg="add del mod">
          <ac:chgData name="Jinqi Shen" userId="abc4f061-e5a8-40f2-a559-7a454bbdde7a" providerId="ADAL" clId="{4137F2E2-DC9C-4C8F-A83F-EEF64D3F6CB1}" dt="2026-03-16T22:40:31.886" v="913" actId="20577"/>
          <ac:spMkLst>
            <pc:docMk/>
            <pc:sldMk cId="0" sldId="265"/>
            <ac:spMk id="16" creationId="{664768A6-8B27-E9DB-0E60-95F155073C1B}"/>
          </ac:spMkLst>
        </pc:spChg>
        <pc:spChg chg="add del mod">
          <ac:chgData name="Jinqi Shen" userId="abc4f061-e5a8-40f2-a559-7a454bbdde7a" providerId="ADAL" clId="{4137F2E2-DC9C-4C8F-A83F-EEF64D3F6CB1}" dt="2026-03-16T22:40:04.088" v="908" actId="1076"/>
          <ac:spMkLst>
            <pc:docMk/>
            <pc:sldMk cId="0" sldId="265"/>
            <ac:spMk id="17" creationId="{8167E770-E62A-BC7A-AA0F-26F60D80E40A}"/>
          </ac:spMkLst>
        </pc:spChg>
        <pc:spChg chg="add del mod">
          <ac:chgData name="Jinqi Shen" userId="abc4f061-e5a8-40f2-a559-7a454bbdde7a" providerId="ADAL" clId="{4137F2E2-DC9C-4C8F-A83F-EEF64D3F6CB1}" dt="2026-03-16T22:43:03.961" v="947" actId="20577"/>
          <ac:spMkLst>
            <pc:docMk/>
            <pc:sldMk cId="0" sldId="265"/>
            <ac:spMk id="18" creationId="{DDBA949C-B7B6-E678-75A0-0F7B54579096}"/>
          </ac:spMkLst>
        </pc:spChg>
        <pc:spChg chg="add del mod">
          <ac:chgData name="Jinqi Shen" userId="abc4f061-e5a8-40f2-a559-7a454bbdde7a" providerId="ADAL" clId="{4137F2E2-DC9C-4C8F-A83F-EEF64D3F6CB1}" dt="2026-03-16T22:40:04.088" v="908" actId="1076"/>
          <ac:spMkLst>
            <pc:docMk/>
            <pc:sldMk cId="0" sldId="265"/>
            <ac:spMk id="19" creationId="{15E70B69-7702-0798-8E83-3FF7A85EBF12}"/>
          </ac:spMkLst>
        </pc:spChg>
        <pc:spChg chg="add del mod">
          <ac:chgData name="Jinqi Shen" userId="abc4f061-e5a8-40f2-a559-7a454bbdde7a" providerId="ADAL" clId="{4137F2E2-DC9C-4C8F-A83F-EEF64D3F6CB1}" dt="2026-03-16T22:43:07.680" v="949" actId="20577"/>
          <ac:spMkLst>
            <pc:docMk/>
            <pc:sldMk cId="0" sldId="265"/>
            <ac:spMk id="20" creationId="{18C1D0D3-7685-ACFA-395D-28FE14A62BCB}"/>
          </ac:spMkLst>
        </pc:spChg>
        <pc:spChg chg="add del mod">
          <ac:chgData name="Jinqi Shen" userId="abc4f061-e5a8-40f2-a559-7a454bbdde7a" providerId="ADAL" clId="{4137F2E2-DC9C-4C8F-A83F-EEF64D3F6CB1}" dt="2026-03-16T22:40:04.088" v="908" actId="1076"/>
          <ac:spMkLst>
            <pc:docMk/>
            <pc:sldMk cId="0" sldId="265"/>
            <ac:spMk id="21" creationId="{522BAE16-76A9-28CB-D603-793B0BC9353E}"/>
          </ac:spMkLst>
        </pc:spChg>
        <pc:spChg chg="add del mod">
          <ac:chgData name="Jinqi Shen" userId="abc4f061-e5a8-40f2-a559-7a454bbdde7a" providerId="ADAL" clId="{4137F2E2-DC9C-4C8F-A83F-EEF64D3F6CB1}" dt="2026-03-16T22:40:42.806" v="919" actId="20577"/>
          <ac:spMkLst>
            <pc:docMk/>
            <pc:sldMk cId="0" sldId="265"/>
            <ac:spMk id="22" creationId="{594CF9CE-8436-7C11-7A1F-3646D70AB5AE}"/>
          </ac:spMkLst>
        </pc:spChg>
        <pc:spChg chg="add del mod">
          <ac:chgData name="Jinqi Shen" userId="abc4f061-e5a8-40f2-a559-7a454bbdde7a" providerId="ADAL" clId="{4137F2E2-DC9C-4C8F-A83F-EEF64D3F6CB1}" dt="2026-03-16T22:40:04.088" v="908" actId="1076"/>
          <ac:spMkLst>
            <pc:docMk/>
            <pc:sldMk cId="0" sldId="265"/>
            <ac:spMk id="24" creationId="{E748A6B3-2549-009B-AB77-F628FA7B5654}"/>
          </ac:spMkLst>
        </pc:spChg>
        <pc:spChg chg="add del mod">
          <ac:chgData name="Jinqi Shen" userId="abc4f061-e5a8-40f2-a559-7a454bbdde7a" providerId="ADAL" clId="{4137F2E2-DC9C-4C8F-A83F-EEF64D3F6CB1}" dt="2026-03-16T22:40:46.114" v="921" actId="20577"/>
          <ac:spMkLst>
            <pc:docMk/>
            <pc:sldMk cId="0" sldId="265"/>
            <ac:spMk id="25" creationId="{E28D6ED4-DD79-3308-B7C0-9330CC229480}"/>
          </ac:spMkLst>
        </pc:spChg>
        <pc:spChg chg="add del mod">
          <ac:chgData name="Jinqi Shen" userId="abc4f061-e5a8-40f2-a559-7a454bbdde7a" providerId="ADAL" clId="{4137F2E2-DC9C-4C8F-A83F-EEF64D3F6CB1}" dt="2026-03-16T22:40:04.088" v="908" actId="1076"/>
          <ac:spMkLst>
            <pc:docMk/>
            <pc:sldMk cId="0" sldId="265"/>
            <ac:spMk id="26" creationId="{94BBB8CF-904A-81BA-B516-B66CD176AFD5}"/>
          </ac:spMkLst>
        </pc:spChg>
        <pc:spChg chg="add del mod">
          <ac:chgData name="Jinqi Shen" userId="abc4f061-e5a8-40f2-a559-7a454bbdde7a" providerId="ADAL" clId="{4137F2E2-DC9C-4C8F-A83F-EEF64D3F6CB1}" dt="2026-03-16T22:40:50.070" v="923" actId="20577"/>
          <ac:spMkLst>
            <pc:docMk/>
            <pc:sldMk cId="0" sldId="265"/>
            <ac:spMk id="27" creationId="{52C26AF1-E980-4EDC-FF11-AE2DE5068715}"/>
          </ac:spMkLst>
        </pc:spChg>
      </pc:sldChg>
      <pc:sldChg chg="addSp delSp modSp new mod ord">
        <pc:chgData name="Jinqi Shen" userId="abc4f061-e5a8-40f2-a559-7a454bbdde7a" providerId="ADAL" clId="{4137F2E2-DC9C-4C8F-A83F-EEF64D3F6CB1}" dt="2026-03-16T22:43:40.929" v="951"/>
        <pc:sldMkLst>
          <pc:docMk/>
          <pc:sldMk cId="513641488" sldId="267"/>
        </pc:sldMkLst>
        <pc:spChg chg="add mod">
          <ac:chgData name="Jinqi Shen" userId="abc4f061-e5a8-40f2-a559-7a454bbdde7a" providerId="ADAL" clId="{4137F2E2-DC9C-4C8F-A83F-EEF64D3F6CB1}" dt="2026-03-16T19:21:56.955" v="260" actId="1076"/>
          <ac:spMkLst>
            <pc:docMk/>
            <pc:sldMk cId="513641488" sldId="267"/>
            <ac:spMk id="4" creationId="{54FC2BE9-682B-55AF-F003-358BA49EEAC6}"/>
          </ac:spMkLst>
        </pc:spChg>
        <pc:spChg chg="add mod">
          <ac:chgData name="Jinqi Shen" userId="abc4f061-e5a8-40f2-a559-7a454bbdde7a" providerId="ADAL" clId="{4137F2E2-DC9C-4C8F-A83F-EEF64D3F6CB1}" dt="2026-03-16T19:21:56.955" v="260" actId="1076"/>
          <ac:spMkLst>
            <pc:docMk/>
            <pc:sldMk cId="513641488" sldId="267"/>
            <ac:spMk id="5" creationId="{E93725CF-EE86-7F17-B2A1-13099B907151}"/>
          </ac:spMkLst>
        </pc:spChg>
        <pc:spChg chg="add mod">
          <ac:chgData name="Jinqi Shen" userId="abc4f061-e5a8-40f2-a559-7a454bbdde7a" providerId="ADAL" clId="{4137F2E2-DC9C-4C8F-A83F-EEF64D3F6CB1}" dt="2026-03-16T19:21:56.955" v="260" actId="1076"/>
          <ac:spMkLst>
            <pc:docMk/>
            <pc:sldMk cId="513641488" sldId="267"/>
            <ac:spMk id="6" creationId="{E90B8498-A3AF-F692-BA8A-58A8D773FF3A}"/>
          </ac:spMkLst>
        </pc:spChg>
        <pc:spChg chg="add mod">
          <ac:chgData name="Jinqi Shen" userId="abc4f061-e5a8-40f2-a559-7a454bbdde7a" providerId="ADAL" clId="{4137F2E2-DC9C-4C8F-A83F-EEF64D3F6CB1}" dt="2026-03-16T19:21:56.955" v="260" actId="1076"/>
          <ac:spMkLst>
            <pc:docMk/>
            <pc:sldMk cId="513641488" sldId="267"/>
            <ac:spMk id="7" creationId="{80BE19E9-DC87-8DA5-4714-688D0DC0BD4F}"/>
          </ac:spMkLst>
        </pc:spChg>
        <pc:spChg chg="add mod">
          <ac:chgData name="Jinqi Shen" userId="abc4f061-e5a8-40f2-a559-7a454bbdde7a" providerId="ADAL" clId="{4137F2E2-DC9C-4C8F-A83F-EEF64D3F6CB1}" dt="2026-03-16T19:21:56.955" v="260" actId="1076"/>
          <ac:spMkLst>
            <pc:docMk/>
            <pc:sldMk cId="513641488" sldId="267"/>
            <ac:spMk id="8" creationId="{4341C63B-8CEF-8BE4-F15F-26B36ECD3013}"/>
          </ac:spMkLst>
        </pc:spChg>
        <pc:spChg chg="add mod">
          <ac:chgData name="Jinqi Shen" userId="abc4f061-e5a8-40f2-a559-7a454bbdde7a" providerId="ADAL" clId="{4137F2E2-DC9C-4C8F-A83F-EEF64D3F6CB1}" dt="2026-03-16T19:21:56.955" v="260" actId="1076"/>
          <ac:spMkLst>
            <pc:docMk/>
            <pc:sldMk cId="513641488" sldId="267"/>
            <ac:spMk id="9" creationId="{6D471DE0-C243-29C7-FBD5-660585C0DFE0}"/>
          </ac:spMkLst>
        </pc:spChg>
      </pc:sldChg>
      <pc:sldChg chg="addSp delSp modSp add mod modShow">
        <pc:chgData name="Jinqi Shen" userId="abc4f061-e5a8-40f2-a559-7a454bbdde7a" providerId="ADAL" clId="{4137F2E2-DC9C-4C8F-A83F-EEF64D3F6CB1}" dt="2026-03-16T22:44:13.780" v="952" actId="729"/>
        <pc:sldMkLst>
          <pc:docMk/>
          <pc:sldMk cId="4076548357" sldId="268"/>
        </pc:sldMkLst>
        <pc:spChg chg="mod">
          <ac:chgData name="Jinqi Shen" userId="abc4f061-e5a8-40f2-a559-7a454bbdde7a" providerId="ADAL" clId="{4137F2E2-DC9C-4C8F-A83F-EEF64D3F6CB1}" dt="2026-03-16T19:23:57.630" v="296" actId="20577"/>
          <ac:spMkLst>
            <pc:docMk/>
            <pc:sldMk cId="4076548357" sldId="268"/>
            <ac:spMk id="2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19:23:57.658" v="297" actId="20577"/>
          <ac:spMkLst>
            <pc:docMk/>
            <pc:sldMk cId="4076548357" sldId="268"/>
            <ac:spMk id="3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19:23:57.676" v="298" actId="20577"/>
          <ac:spMkLst>
            <pc:docMk/>
            <pc:sldMk cId="4076548357" sldId="268"/>
            <ac:spMk id="4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19:23:57.790" v="303"/>
          <ac:spMkLst>
            <pc:docMk/>
            <pc:sldMk cId="4076548357" sldId="268"/>
            <ac:spMk id="5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19:23:57.741" v="300" actId="20577"/>
          <ac:spMkLst>
            <pc:docMk/>
            <pc:sldMk cId="4076548357" sldId="268"/>
            <ac:spMk id="6" creationId="{00000000-0000-0000-0000-000000000000}"/>
          </ac:spMkLst>
        </pc:spChg>
        <pc:spChg chg="mod">
          <ac:chgData name="Jinqi Shen" userId="abc4f061-e5a8-40f2-a559-7a454bbdde7a" providerId="ADAL" clId="{4137F2E2-DC9C-4C8F-A83F-EEF64D3F6CB1}" dt="2026-03-16T19:23:57.806" v="305"/>
          <ac:spMkLst>
            <pc:docMk/>
            <pc:sldMk cId="4076548357" sldId="268"/>
            <ac:spMk id="7" creationId="{00000000-0000-0000-0000-000000000000}"/>
          </ac:spMkLst>
        </pc:spChg>
        <pc:spChg chg="add mod">
          <ac:chgData name="Jinqi Shen" userId="abc4f061-e5a8-40f2-a559-7a454bbdde7a" providerId="ADAL" clId="{4137F2E2-DC9C-4C8F-A83F-EEF64D3F6CB1}" dt="2026-03-16T19:24:39.668" v="318" actId="1076"/>
          <ac:spMkLst>
            <pc:docMk/>
            <pc:sldMk cId="4076548357" sldId="268"/>
            <ac:spMk id="24" creationId="{04FEF597-4A9F-A709-A6F5-DB08F9B3616C}"/>
          </ac:spMkLst>
        </pc:spChg>
      </pc:sldChg>
      <pc:sldChg chg="addSp delSp modSp add mod">
        <pc:chgData name="Jinqi Shen" userId="abc4f061-e5a8-40f2-a559-7a454bbdde7a" providerId="ADAL" clId="{4137F2E2-DC9C-4C8F-A83F-EEF64D3F6CB1}" dt="2026-04-03T18:44:04.931" v="4653" actId="948"/>
        <pc:sldMkLst>
          <pc:docMk/>
          <pc:sldMk cId="968979847" sldId="269"/>
        </pc:sldMkLst>
        <pc:spChg chg="mod">
          <ac:chgData name="Jinqi Shen" userId="abc4f061-e5a8-40f2-a559-7a454bbdde7a" providerId="ADAL" clId="{4137F2E2-DC9C-4C8F-A83F-EEF64D3F6CB1}" dt="2026-04-03T18:39:21.619" v="4539" actId="20577"/>
          <ac:spMkLst>
            <pc:docMk/>
            <pc:sldMk cId="968979847" sldId="269"/>
            <ac:spMk id="2" creationId="{00000000-0000-0000-0000-000000000000}"/>
          </ac:spMkLst>
        </pc:spChg>
        <pc:spChg chg="del mod">
          <ac:chgData name="Jinqi Shen" userId="abc4f061-e5a8-40f2-a559-7a454bbdde7a" providerId="ADAL" clId="{4137F2E2-DC9C-4C8F-A83F-EEF64D3F6CB1}" dt="2026-04-03T18:44:04.161" v="4623"/>
          <ac:spMkLst>
            <pc:docMk/>
            <pc:sldMk cId="968979847" sldId="269"/>
            <ac:spMk id="3" creationId="{00000000-0000-0000-0000-000000000000}"/>
          </ac:spMkLst>
        </pc:spChg>
        <pc:spChg chg="add mod">
          <ac:chgData name="Jinqi Shen" userId="abc4f061-e5a8-40f2-a559-7a454bbdde7a" providerId="ADAL" clId="{4137F2E2-DC9C-4C8F-A83F-EEF64D3F6CB1}" dt="2026-04-03T18:44:04.931" v="4653" actId="948"/>
          <ac:spMkLst>
            <pc:docMk/>
            <pc:sldMk cId="968979847" sldId="269"/>
            <ac:spMk id="4" creationId="{9A64D181-0AF6-3840-C05D-3D92D9CDA230}"/>
          </ac:spMkLst>
        </pc:spChg>
        <pc:spChg chg="del">
          <ac:chgData name="Jinqi Shen" userId="abc4f061-e5a8-40f2-a559-7a454bbdde7a" providerId="ADAL" clId="{4137F2E2-DC9C-4C8F-A83F-EEF64D3F6CB1}" dt="2026-04-03T18:39:22.616" v="4559"/>
          <ac:spMkLst>
            <pc:docMk/>
            <pc:sldMk cId="968979847" sldId="269"/>
            <ac:spMk id="10" creationId="{2587C2D8-C250-5AC0-113F-51F1BA2AC4D6}"/>
          </ac:spMkLst>
        </pc:spChg>
        <pc:spChg chg="del">
          <ac:chgData name="Jinqi Shen" userId="abc4f061-e5a8-40f2-a559-7a454bbdde7a" providerId="ADAL" clId="{4137F2E2-DC9C-4C8F-A83F-EEF64D3F6CB1}" dt="2026-04-03T18:39:22.553" v="4557"/>
          <ac:spMkLst>
            <pc:docMk/>
            <pc:sldMk cId="968979847" sldId="269"/>
            <ac:spMk id="11" creationId="{112C2677-977B-D861-311B-3CA8C8750869}"/>
          </ac:spMkLst>
        </pc:spChg>
        <pc:spChg chg="del">
          <ac:chgData name="Jinqi Shen" userId="abc4f061-e5a8-40f2-a559-7a454bbdde7a" providerId="ADAL" clId="{4137F2E2-DC9C-4C8F-A83F-EEF64D3F6CB1}" dt="2026-04-03T18:39:22.490" v="4555"/>
          <ac:spMkLst>
            <pc:docMk/>
            <pc:sldMk cId="968979847" sldId="269"/>
            <ac:spMk id="12" creationId="{CB1DB114-4366-99D9-1831-208F5A6D29F3}"/>
          </ac:spMkLst>
        </pc:spChg>
        <pc:spChg chg="del">
          <ac:chgData name="Jinqi Shen" userId="abc4f061-e5a8-40f2-a559-7a454bbdde7a" providerId="ADAL" clId="{4137F2E2-DC9C-4C8F-A83F-EEF64D3F6CB1}" dt="2026-04-03T18:39:22.439" v="4553"/>
          <ac:spMkLst>
            <pc:docMk/>
            <pc:sldMk cId="968979847" sldId="269"/>
            <ac:spMk id="13" creationId="{2CBAA490-A173-C280-A942-5785F739A58C}"/>
          </ac:spMkLst>
        </pc:spChg>
        <pc:spChg chg="del">
          <ac:chgData name="Jinqi Shen" userId="abc4f061-e5a8-40f2-a559-7a454bbdde7a" providerId="ADAL" clId="{4137F2E2-DC9C-4C8F-A83F-EEF64D3F6CB1}" dt="2026-04-03T18:39:22.363" v="4551"/>
          <ac:spMkLst>
            <pc:docMk/>
            <pc:sldMk cId="968979847" sldId="269"/>
            <ac:spMk id="14" creationId="{246E9F27-165B-F712-5036-A2AACA52F14A}"/>
          </ac:spMkLst>
        </pc:spChg>
        <pc:spChg chg="del">
          <ac:chgData name="Jinqi Shen" userId="abc4f061-e5a8-40f2-a559-7a454bbdde7a" providerId="ADAL" clId="{4137F2E2-DC9C-4C8F-A83F-EEF64D3F6CB1}" dt="2026-04-03T18:39:22.260" v="4549"/>
          <ac:spMkLst>
            <pc:docMk/>
            <pc:sldMk cId="968979847" sldId="269"/>
            <ac:spMk id="15" creationId="{FA1ACC28-36D1-3093-DAAA-C0428BB265C9}"/>
          </ac:spMkLst>
        </pc:spChg>
        <pc:spChg chg="del">
          <ac:chgData name="Jinqi Shen" userId="abc4f061-e5a8-40f2-a559-7a454bbdde7a" providerId="ADAL" clId="{4137F2E2-DC9C-4C8F-A83F-EEF64D3F6CB1}" dt="2026-04-03T18:39:22.152" v="4547"/>
          <ac:spMkLst>
            <pc:docMk/>
            <pc:sldMk cId="968979847" sldId="269"/>
            <ac:spMk id="16" creationId="{BDB0E6F2-25E7-75C1-DBF5-1C25EF606692}"/>
          </ac:spMkLst>
        </pc:spChg>
        <pc:spChg chg="del">
          <ac:chgData name="Jinqi Shen" userId="abc4f061-e5a8-40f2-a559-7a454bbdde7a" providerId="ADAL" clId="{4137F2E2-DC9C-4C8F-A83F-EEF64D3F6CB1}" dt="2026-04-03T18:39:22.053" v="4545"/>
          <ac:spMkLst>
            <pc:docMk/>
            <pc:sldMk cId="968979847" sldId="269"/>
            <ac:spMk id="17" creationId="{A772086C-7ADB-D2B0-97B0-2A581F8184C2}"/>
          </ac:spMkLst>
        </pc:spChg>
        <pc:spChg chg="del">
          <ac:chgData name="Jinqi Shen" userId="abc4f061-e5a8-40f2-a559-7a454bbdde7a" providerId="ADAL" clId="{4137F2E2-DC9C-4C8F-A83F-EEF64D3F6CB1}" dt="2026-04-03T18:39:21.991" v="4543"/>
          <ac:spMkLst>
            <pc:docMk/>
            <pc:sldMk cId="968979847" sldId="269"/>
            <ac:spMk id="18" creationId="{DC2E2458-3448-D72B-3964-3F690C0EE7DD}"/>
          </ac:spMkLst>
        </pc:spChg>
        <pc:spChg chg="del">
          <ac:chgData name="Jinqi Shen" userId="abc4f061-e5a8-40f2-a559-7a454bbdde7a" providerId="ADAL" clId="{4137F2E2-DC9C-4C8F-A83F-EEF64D3F6CB1}" dt="2026-04-03T18:39:21.899" v="4541"/>
          <ac:spMkLst>
            <pc:docMk/>
            <pc:sldMk cId="968979847" sldId="269"/>
            <ac:spMk id="19" creationId="{59834664-2D8C-E61B-3979-82FC377E58BE}"/>
          </ac:spMkLst>
        </pc:spChg>
      </pc:sldChg>
      <pc:sldChg chg="addSp modSp add del mod">
        <pc:chgData name="Jinqi Shen" userId="abc4f061-e5a8-40f2-a559-7a454bbdde7a" providerId="ADAL" clId="{4137F2E2-DC9C-4C8F-A83F-EEF64D3F6CB1}" dt="2026-04-03T19:10:29.853" v="4824" actId="2696"/>
        <pc:sldMkLst>
          <pc:docMk/>
          <pc:sldMk cId="4018365606" sldId="270"/>
        </pc:sldMkLst>
        <pc:spChg chg="add mod">
          <ac:chgData name="Jinqi Shen" userId="abc4f061-e5a8-40f2-a559-7a454bbdde7a" providerId="ADAL" clId="{4137F2E2-DC9C-4C8F-A83F-EEF64D3F6CB1}" dt="2026-04-03T19:09:29.797" v="4666"/>
          <ac:spMkLst>
            <pc:docMk/>
            <pc:sldMk cId="4018365606" sldId="270"/>
            <ac:spMk id="2" creationId="{F2DB09CD-E66B-A679-B44A-080DB35A7A34}"/>
          </ac:spMkLst>
        </pc:spChg>
        <pc:spChg chg="add mod">
          <ac:chgData name="Jinqi Shen" userId="abc4f061-e5a8-40f2-a559-7a454bbdde7a" providerId="ADAL" clId="{4137F2E2-DC9C-4C8F-A83F-EEF64D3F6CB1}" dt="2026-04-03T19:09:29.984" v="4674" actId="948"/>
          <ac:spMkLst>
            <pc:docMk/>
            <pc:sldMk cId="4018365606" sldId="270"/>
            <ac:spMk id="3" creationId="{863077A4-CD93-6498-703A-ABE4EC251E53}"/>
          </ac:spMkLst>
        </pc:spChg>
        <pc:spChg chg="add mod">
          <ac:chgData name="Jinqi Shen" userId="abc4f061-e5a8-40f2-a559-7a454bbdde7a" providerId="ADAL" clId="{4137F2E2-DC9C-4C8F-A83F-EEF64D3F6CB1}" dt="2026-04-03T19:09:30.251" v="4685"/>
          <ac:spMkLst>
            <pc:docMk/>
            <pc:sldMk cId="4018365606" sldId="270"/>
            <ac:spMk id="4" creationId="{52D1345A-DA9F-6123-42C8-B617E4AA2C33}"/>
          </ac:spMkLst>
        </pc:spChg>
        <pc:spChg chg="add mod">
          <ac:chgData name="Jinqi Shen" userId="abc4f061-e5a8-40f2-a559-7a454bbdde7a" providerId="ADAL" clId="{4137F2E2-DC9C-4C8F-A83F-EEF64D3F6CB1}" dt="2026-04-03T19:09:30.836" v="4711" actId="948"/>
          <ac:spMkLst>
            <pc:docMk/>
            <pc:sldMk cId="4018365606" sldId="270"/>
            <ac:spMk id="5" creationId="{14BA975A-35A8-3707-C51E-704040BE2821}"/>
          </ac:spMkLst>
        </pc:spChg>
        <pc:spChg chg="add mod">
          <ac:chgData name="Jinqi Shen" userId="abc4f061-e5a8-40f2-a559-7a454bbdde7a" providerId="ADAL" clId="{4137F2E2-DC9C-4C8F-A83F-EEF64D3F6CB1}" dt="2026-04-03T19:09:31.082" v="4722"/>
          <ac:spMkLst>
            <pc:docMk/>
            <pc:sldMk cId="4018365606" sldId="270"/>
            <ac:spMk id="6" creationId="{5AAE8910-9847-FB42-9E38-73683D8CED75}"/>
          </ac:spMkLst>
        </pc:spChg>
        <pc:spChg chg="add mod">
          <ac:chgData name="Jinqi Shen" userId="abc4f061-e5a8-40f2-a559-7a454bbdde7a" providerId="ADAL" clId="{4137F2E2-DC9C-4C8F-A83F-EEF64D3F6CB1}" dt="2026-04-03T19:09:31.670" v="4748" actId="948"/>
          <ac:spMkLst>
            <pc:docMk/>
            <pc:sldMk cId="4018365606" sldId="270"/>
            <ac:spMk id="7" creationId="{06271D9F-6353-0429-4588-3AFB46B04FC0}"/>
          </ac:spMkLst>
        </pc:spChg>
        <pc:spChg chg="add mod">
          <ac:chgData name="Jinqi Shen" userId="abc4f061-e5a8-40f2-a559-7a454bbdde7a" providerId="ADAL" clId="{4137F2E2-DC9C-4C8F-A83F-EEF64D3F6CB1}" dt="2026-04-03T19:09:31.902" v="4760"/>
          <ac:spMkLst>
            <pc:docMk/>
            <pc:sldMk cId="4018365606" sldId="270"/>
            <ac:spMk id="8" creationId="{5C7F7CFE-714A-93FB-72E9-37F628A9AB39}"/>
          </ac:spMkLst>
        </pc:spChg>
        <pc:spChg chg="add mod">
          <ac:chgData name="Jinqi Shen" userId="abc4f061-e5a8-40f2-a559-7a454bbdde7a" providerId="ADAL" clId="{4137F2E2-DC9C-4C8F-A83F-EEF64D3F6CB1}" dt="2026-04-03T19:09:32.106" v="4772"/>
          <ac:spMkLst>
            <pc:docMk/>
            <pc:sldMk cId="4018365606" sldId="270"/>
            <ac:spMk id="9" creationId="{37E977A1-493B-2D75-844E-1A14AA395607}"/>
          </ac:spMkLst>
        </pc:spChg>
        <pc:spChg chg="add mod">
          <ac:chgData name="Jinqi Shen" userId="abc4f061-e5a8-40f2-a559-7a454bbdde7a" providerId="ADAL" clId="{4137F2E2-DC9C-4C8F-A83F-EEF64D3F6CB1}" dt="2026-04-03T19:09:32.771" v="4784"/>
          <ac:spMkLst>
            <pc:docMk/>
            <pc:sldMk cId="4018365606" sldId="270"/>
            <ac:spMk id="10" creationId="{F0AAB4E8-E762-DAA2-CDC4-E3B43D00D1B2}"/>
          </ac:spMkLst>
        </pc:spChg>
        <pc:spChg chg="add mod">
          <ac:chgData name="Jinqi Shen" userId="abc4f061-e5a8-40f2-a559-7a454bbdde7a" providerId="ADAL" clId="{4137F2E2-DC9C-4C8F-A83F-EEF64D3F6CB1}" dt="2026-04-03T19:09:33.453" v="4796"/>
          <ac:spMkLst>
            <pc:docMk/>
            <pc:sldMk cId="4018365606" sldId="270"/>
            <ac:spMk id="11" creationId="{4ED2F607-4767-A98A-3494-D7045FB633CA}"/>
          </ac:spMkLst>
        </pc:spChg>
        <pc:spChg chg="add mod">
          <ac:chgData name="Jinqi Shen" userId="abc4f061-e5a8-40f2-a559-7a454bbdde7a" providerId="ADAL" clId="{4137F2E2-DC9C-4C8F-A83F-EEF64D3F6CB1}" dt="2026-04-03T19:09:34.125" v="4808"/>
          <ac:spMkLst>
            <pc:docMk/>
            <pc:sldMk cId="4018365606" sldId="270"/>
            <ac:spMk id="12" creationId="{DBEB166A-51DB-CB99-C477-B8AD1B3D9843}"/>
          </ac:spMkLst>
        </pc:spChg>
        <pc:spChg chg="add mod">
          <ac:chgData name="Jinqi Shen" userId="abc4f061-e5a8-40f2-a559-7a454bbdde7a" providerId="ADAL" clId="{4137F2E2-DC9C-4C8F-A83F-EEF64D3F6CB1}" dt="2026-04-03T19:09:34.412" v="4812"/>
          <ac:spMkLst>
            <pc:docMk/>
            <pc:sldMk cId="4018365606" sldId="270"/>
            <ac:spMk id="13" creationId="{0F5D9045-9050-6377-9607-A888A506F0E4}"/>
          </ac:spMkLst>
        </pc:spChg>
        <pc:spChg chg="add mod">
          <ac:chgData name="Jinqi Shen" userId="abc4f061-e5a8-40f2-a559-7a454bbdde7a" providerId="ADAL" clId="{4137F2E2-DC9C-4C8F-A83F-EEF64D3F6CB1}" dt="2026-04-03T19:09:35.049" v="4823"/>
          <ac:spMkLst>
            <pc:docMk/>
            <pc:sldMk cId="4018365606" sldId="270"/>
            <ac:spMk id="14" creationId="{5F0AA8F4-A1B5-CF4C-28C2-45EAA9DF8F38}"/>
          </ac:spMkLst>
        </pc:spChg>
      </pc:sldChg>
    </pc:docChg>
  </pc:docChgLst>
</pc:chgInfo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BDD0C2-2B0F-4C12-A312-E1D7C56799B4}" authorId="{72F8727F-C453-CFEF-490F-2EE08FF2DE9E}" created="2026-03-16T22:17:48.6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5"/>
      <ac:spMk id="6" creationId="{00000000-0000-0000-0000-000000000000}"/>
      <ac:txMk cp="0" len="382">
        <ac:context len="383" hash="2568353633"/>
      </ac:txMk>
    </ac:txMkLst>
    <p188:txBody>
      <a:bodyPr/>
      <a:lstStyle/>
      <a:p>
        <a:r>
          <a:rPr lang="en-US"/>
          <a:t>Change it to timeline based display. 
0. Discussion on the final solution (C2S1)
1. Pipeline : Super-stable construction (C2S2)
2. Evaluation of super-stableId (traffic weighted) (C2S2)
3. Logging change for triggered score card generation (C2S3)
4. MMS change: (replace in-place of LWLI with LWLI-LI-LR for treatment) (C2S3)
5. Triggered Score card generation (C2S3)
6. A/A test (C2S4)
(below two can be go in parallel with 1-6)
7. Attribution team (C2S4)
8. MSAN selection team (C2S4)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A014B-0DDA-4B81-966B-B3D334F53C9A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8FD77-102F-4595-B606-05F39B7C6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2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FD77-102F-4595-B606-05F39B7C61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84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FD77-102F-4595-B606-05F39B7C61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84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FD77-102F-4595-B606-05F39B7C61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27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FD77-102F-4595-B606-05F39B7C61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2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8FD77-102F-4595-B606-05F39B7C61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7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645920"/>
            <a:ext cx="94183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000" b="1">
                <a:solidFill>
                  <a:srgbClr val="1B3A5C"/>
                </a:solidFill>
              </a:defRPr>
            </a:pPr>
            <a:r>
              <a:rPr sz="6000" dirty="0"/>
              <a:t>UMS </a:t>
            </a:r>
            <a:r>
              <a:rPr sz="6000"/>
              <a:t>Experiment </a:t>
            </a:r>
            <a:r>
              <a:rPr lang="en-US" sz="6000" dirty="0"/>
              <a:t>Proposal</a:t>
            </a:r>
            <a:endParaRPr lang="en-US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0" y="3474720"/>
            <a:ext cx="758952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rPr dirty="0"/>
              <a:t>A principled, safe, and repeatable approach to evaluating UMS graph changes</a:t>
            </a:r>
          </a:p>
          <a:p>
            <a:pPr>
              <a:spcAft>
                <a:spcPts val="1600"/>
              </a:spcAft>
            </a:pPr>
            <a:endParaRPr dirty="0"/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rPr dirty="0"/>
              <a:t>UMS Team  |  March 2026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4000"/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1B3A5C"/>
                </a:solidFill>
              </a:defRPr>
            </a:pPr>
            <a:r>
              <a:rPr sz="2000" dirty="0"/>
              <a:t>Background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UMS (Unified Mapping Service) resolves many user identifiers (MUIDs, ANIDs, cookies, device IDs) into a single </a:t>
            </a:r>
            <a:r>
              <a:rPr dirty="0" err="1"/>
              <a:t>StableId</a:t>
            </a:r>
            <a:r>
              <a:rPr dirty="0"/>
              <a:t> representing one cross-device user cluster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t>Multiple UMS pipeline improvements are planned for FY27 — new mapping algorithms, </a:t>
            </a:r>
            <a:r>
              <a:rPr lang="en-US"/>
              <a:t>new data sources, parameter</a:t>
            </a:r>
            <a:r>
              <a:rPr dirty="0"/>
              <a:t> </a:t>
            </a:r>
            <a:r>
              <a:t>tuning, and graph quality </a:t>
            </a:r>
            <a:r>
              <a:rPr dirty="0"/>
              <a:t>enhancements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Each change produces a new graph variant that must be </a:t>
            </a:r>
            <a:r>
              <a:rPr lang="en-US" dirty="0"/>
              <a:t>experimented/validated</a:t>
            </a:r>
            <a:r>
              <a:rPr dirty="0"/>
              <a:t> before production rollout</a:t>
            </a:r>
          </a:p>
          <a:p>
            <a:pPr algn="l">
              <a:spcAft>
                <a:spcPts val="600"/>
              </a:spcAft>
            </a:pPr>
            <a:endParaRPr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1B3A5C"/>
                </a:solidFill>
              </a:defRPr>
            </a:pPr>
            <a:r>
              <a:rPr dirty="0"/>
              <a:t>Current Behavior &amp; Limitation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t>Identity graph changes ripple across the entire ads stack — user targeting, attribution, </a:t>
            </a:r>
            <a:r>
              <a:rPr lang="en-US"/>
              <a:t>features to model, and thereby </a:t>
            </a:r>
            <a:r>
              <a:t>KPIs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Today there is no standardized, safe methodology to measure the impact of these changes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t>Changes are rolled out without controlled experimentation, making it hard to attribute downstream effects</a:t>
            </a:r>
            <a:r>
              <a:rPr lang="en-US"/>
              <a:t>. This results in hold-out metrics not aligning with forward flight metrics</a:t>
            </a:r>
            <a:endParaRPr/>
          </a:p>
          <a:p>
            <a:pPr algn="l"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1B3A5C"/>
                </a:solidFill>
              </a:defRPr>
            </a:pPr>
            <a:r>
              <a:t>Target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Establish a principled experiment methodology for UMS graph changes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Enable safe, </a:t>
            </a:r>
            <a:r>
              <a:rPr lang="en-US" dirty="0"/>
              <a:t>quicker, repeatable and explainable A/B testing (with hold-out) at the identity-graph level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Provide clear decision criteria for rollout vs rollback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3600"/>
              <a:t>Core Challenge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87C2D8-C250-5AC0-113F-51F1BA2AC4D6}"/>
              </a:ext>
            </a:extLst>
          </p:cNvPr>
          <p:cNvSpPr/>
          <p:nvPr/>
        </p:nvSpPr>
        <p:spPr>
          <a:xfrm>
            <a:off x="7581900" y="1181100"/>
            <a:ext cx="4114800" cy="355600"/>
          </a:xfrm>
          <a:prstGeom prst="roundRect">
            <a:avLst/>
          </a:prstGeom>
          <a:solidFill>
            <a:srgbClr val="1B3A5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Example 1: User Experience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2C2677-977B-D861-311B-3CA8C8750869}"/>
              </a:ext>
            </a:extLst>
          </p:cNvPr>
          <p:cNvSpPr/>
          <p:nvPr/>
        </p:nvSpPr>
        <p:spPr>
          <a:xfrm>
            <a:off x="7581900" y="1638300"/>
            <a:ext cx="4114800" cy="317500"/>
          </a:xfrm>
          <a:prstGeom prst="roundRect">
            <a:avLst/>
          </a:prstGeom>
          <a:solidFill>
            <a:srgbClr val="E8F0FE"/>
          </a:solidFill>
          <a:ln w="19050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1B3A5C"/>
                </a:solidFill>
              </a:rPr>
              <a:t>Same user: MUID_A (PC)  +  MUID_B (laptop)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1DB114-4366-99D9-1831-208F5A6D29F3}"/>
              </a:ext>
            </a:extLst>
          </p:cNvPr>
          <p:cNvSpPr/>
          <p:nvPr/>
        </p:nvSpPr>
        <p:spPr>
          <a:xfrm>
            <a:off x="7581900" y="2057400"/>
            <a:ext cx="1955800" cy="546100"/>
          </a:xfrm>
          <a:prstGeom prst="roundRect">
            <a:avLst/>
          </a:prstGeom>
          <a:solidFill>
            <a:srgbClr val="70AD47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</a:rPr>
              <a:t>MUID_A → Control
Served UMS1 StableId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BAA490-A173-C280-A942-5785F739A58C}"/>
              </a:ext>
            </a:extLst>
          </p:cNvPr>
          <p:cNvSpPr/>
          <p:nvPr/>
        </p:nvSpPr>
        <p:spPr>
          <a:xfrm>
            <a:off x="9728200" y="2057400"/>
            <a:ext cx="1955800" cy="546100"/>
          </a:xfrm>
          <a:prstGeom prst="roundRect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</a:rPr>
              <a:t>MUID_B → Treatment
Served UMS2 StableId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6E9F27-165B-F712-5036-A2AACA52F14A}"/>
              </a:ext>
            </a:extLst>
          </p:cNvPr>
          <p:cNvSpPr/>
          <p:nvPr/>
        </p:nvSpPr>
        <p:spPr>
          <a:xfrm>
            <a:off x="7581900" y="2692400"/>
            <a:ext cx="4114800" cy="355600"/>
          </a:xfrm>
          <a:prstGeom prst="roundRect">
            <a:avLst/>
          </a:prstGeom>
          <a:solidFill>
            <a:srgbClr val="D83B0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❌ Same user, mixed experience → biased measurement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1ACC28-36D1-3093-DAAA-C0428BB265C9}"/>
              </a:ext>
            </a:extLst>
          </p:cNvPr>
          <p:cNvSpPr/>
          <p:nvPr/>
        </p:nvSpPr>
        <p:spPr>
          <a:xfrm>
            <a:off x="7581900" y="3327400"/>
            <a:ext cx="4114800" cy="355600"/>
          </a:xfrm>
          <a:prstGeom prst="roundRect">
            <a:avLst/>
          </a:prstGeom>
          <a:solidFill>
            <a:srgbClr val="1B3A5C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Example 2: System Feedback Loop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B0E6F2-25E7-75C1-DBF5-1C25EF606692}"/>
              </a:ext>
            </a:extLst>
          </p:cNvPr>
          <p:cNvSpPr/>
          <p:nvPr/>
        </p:nvSpPr>
        <p:spPr>
          <a:xfrm>
            <a:off x="7581900" y="3784600"/>
            <a:ext cx="4114800" cy="457200"/>
          </a:xfrm>
          <a:prstGeom prst="roundRect">
            <a:avLst/>
          </a:prstGeom>
          <a:solidFill>
            <a:srgbClr val="E8F0FE"/>
          </a:solidFill>
          <a:ln w="19050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rgbClr val="333333"/>
                </a:solidFill>
              </a:rPr>
              <a:t>MSAN model serving ID-A under StableId A-control
All of A-control cluster should be in control group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72086C-7ADB-D2B0-97B0-2A581F8184C2}"/>
              </a:ext>
            </a:extLst>
          </p:cNvPr>
          <p:cNvSpPr/>
          <p:nvPr/>
        </p:nvSpPr>
        <p:spPr>
          <a:xfrm>
            <a:off x="7581900" y="4343400"/>
            <a:ext cx="4114800" cy="584200"/>
          </a:xfrm>
          <a:prstGeom prst="roundRect">
            <a:avLst/>
          </a:prstGeom>
          <a:solidFill>
            <a:srgbClr val="E8F0FE"/>
          </a:solidFill>
          <a:ln w="19050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900">
                <a:solidFill>
                  <a:srgbClr val="333333"/>
                </a:solidFill>
              </a:rPr>
              <a:t>If ID-B (in treatment) shares StableId with ID-A:
Treatment attribution leaks into control model
→ Model trains on mixed-graph signals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2E2458-3448-D72B-3964-3F690C0EE7DD}"/>
              </a:ext>
            </a:extLst>
          </p:cNvPr>
          <p:cNvSpPr/>
          <p:nvPr/>
        </p:nvSpPr>
        <p:spPr>
          <a:xfrm>
            <a:off x="7581900" y="5029200"/>
            <a:ext cx="4114800" cy="355600"/>
          </a:xfrm>
          <a:prstGeom prst="roundRect">
            <a:avLst/>
          </a:prstGeom>
          <a:solidFill>
            <a:srgbClr val="D83B01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❌ Feedback loop contaminated → metrics &amp; models invalid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834664-2D8C-E61B-3979-82FC377E58BE}"/>
              </a:ext>
            </a:extLst>
          </p:cNvPr>
          <p:cNvSpPr/>
          <p:nvPr/>
        </p:nvSpPr>
        <p:spPr>
          <a:xfrm>
            <a:off x="7581900" y="5613400"/>
            <a:ext cx="4114800" cy="457200"/>
          </a:xfrm>
          <a:prstGeom prst="roundRect">
            <a:avLst/>
          </a:prstGeom>
          <a:solidFill>
            <a:srgbClr val="107C10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</a:rPr>
              <a:t>✅ Solution: Super-Stable-ID ensures both
user experience and feedback loop isolation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290687-6358-5F31-0DBC-85FF98A8F020}"/>
              </a:ext>
            </a:extLst>
          </p:cNvPr>
          <p:cNvSpPr txBox="1"/>
          <p:nvPr/>
        </p:nvSpPr>
        <p:spPr>
          <a:xfrm>
            <a:off x="419100" y="1417320"/>
            <a:ext cx="6858000" cy="26776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400" b="1">
                <a:solidFill>
                  <a:srgbClr val="1B3A5C"/>
                </a:solidFill>
                <a:latin typeface="Calibri" panose="020F0502020204030204" pitchFamily="34" charset="0"/>
              </a:rPr>
              <a:t>Isolation Requirement 1: User Experience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Standard A/B testing randomizes at the request level, which breaks for identity graphs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A user with multiple IDs gets mixed experiences across devices — KPI lifts become unreliable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All identifiers belonging to the same user must be in the same experiment group</a:t>
            </a:r>
          </a:p>
          <a:p>
            <a:endParaRPr lang="en-US" sz="130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1400" b="1">
                <a:solidFill>
                  <a:srgbClr val="1B3A5C"/>
                </a:solidFill>
                <a:latin typeface="Calibri" panose="020F0502020204030204" pitchFamily="34" charset="0"/>
              </a:rPr>
              <a:t>Isolation Requirement 2: System Feedback Loop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Downstream systems (MSAN models, attribution) build feedback loops tied to a specific UMS graph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If treatment-originated signals leak into control models' training data, the feedback loop is contaminated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All identifiers sharing a StableId must have consistent graph + attribution signals</a:t>
            </a:r>
          </a:p>
          <a:p>
            <a:endParaRPr lang="en-US" sz="1300">
              <a:solidFill>
                <a:srgbClr val="333333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 sz="3600"/>
              <a:t>Core Challenge (continued)</a:t>
            </a:r>
            <a:endParaRPr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4D181-0AF6-3840-C05D-3D92D9CDA230}"/>
              </a:ext>
            </a:extLst>
          </p:cNvPr>
          <p:cNvSpPr txBox="1"/>
          <p:nvPr/>
        </p:nvSpPr>
        <p:spPr>
          <a:xfrm>
            <a:off x="419100" y="1417320"/>
            <a:ext cx="11239500" cy="20774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400" b="1">
                <a:solidFill>
                  <a:srgbClr val="1B3A5C"/>
                </a:solidFill>
                <a:latin typeface="Calibri" panose="020F0502020204030204" pitchFamily="34" charset="0"/>
              </a:rPr>
              <a:t>Capacity &amp; Infrastructure Constraint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Object store: UMS cannot support two full graphs simultaneously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Downstream MSAN: cannot host two full sets of models/features</a:t>
            </a:r>
          </a:p>
          <a:p>
            <a:endParaRPr lang="en-US" sz="1300">
              <a:solidFill>
                <a:srgbClr val="333333"/>
              </a:solidFill>
              <a:latin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1400" b="1">
                <a:solidFill>
                  <a:srgbClr val="1B3A5C"/>
                </a:solidFill>
                <a:latin typeface="Calibri" panose="020F0502020204030204" pitchFamily="34" charset="0"/>
              </a:rPr>
              <a:t>What a Valid Experiment Requires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Randomization at a large user-cluster level, not the request level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End-to-end isolation: both user experience and system feedback loops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Experiment scope limited to a sampled subset</a:t>
            </a:r>
          </a:p>
          <a:p>
            <a:pPr indent="-285750">
              <a:buChar char="•"/>
            </a:pPr>
            <a:r>
              <a:rPr lang="en-US" sz="1300">
                <a:solidFill>
                  <a:srgbClr val="333333"/>
                </a:solidFill>
                <a:latin typeface="Calibri" panose="020F0502020204030204" pitchFamily="34" charset="0"/>
              </a:rPr>
              <a:t>Specialized triggered scorecard (via logging) to validate</a:t>
            </a:r>
          </a:p>
        </p:txBody>
      </p:sp>
    </p:spTree>
    <p:extLst>
      <p:ext uri="{BB962C8B-B14F-4D97-AF65-F5344CB8AC3E}">
        <p14:creationId xmlns:p14="http://schemas.microsoft.com/office/powerpoint/2010/main" val="968979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3600"/>
              <a:t>Overall Experiment Flow Proposal</a:t>
            </a:r>
            <a:endParaRPr lang="en-US" sz="3600"/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i="1">
                <a:solidFill>
                  <a:srgbClr val="666666"/>
                </a:solidFill>
              </a:defRPr>
            </a:pPr>
            <a:r>
              <a:t>The experiment has four parts with clear ownership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Part 1: UMS Pipeline (UMS 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5303520" cy="118872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Produce UmsMap1 (prod) and UmsMap2 (treatment)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Build Super-Stable-ID groups for isolation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Assign groups to control vs treatment</a:t>
            </a:r>
            <a:r>
              <a:rPr lang="en-US" dirty="0"/>
              <a:t> and upload a proportion</a:t>
            </a:r>
            <a:endParaRPr dirty="0"/>
          </a:p>
        </p:txBody>
      </p:sp>
      <p:sp>
        <p:nvSpPr>
          <p:cNvPr id="6" name="Right Arrow 5"/>
          <p:cNvSpPr/>
          <p:nvPr/>
        </p:nvSpPr>
        <p:spPr>
          <a:xfrm>
            <a:off x="5852159" y="2423160"/>
            <a:ext cx="457200" cy="27432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Part 2: A/A Testing (Safety Gate)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5303520" cy="118872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Both groups serve UMS1; UMS2 shadow-logged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Validate balance and baseline KPI parity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Only proceed to A/B if checks pass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3520439"/>
            <a:ext cx="320040" cy="36576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30352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Part 3: Downstream Decision (Partner Teams)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5303520" cy="11887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lang="en-US"/>
              <a:t>Hard prereq: pre-build ≥30 days Map2 tables
Decide experiment depth (Option A vs B)
Attribution &amp; MSAN selection are Phase-1 downstream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5852159" y="4709159"/>
            <a:ext cx="457200" cy="27432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30352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Part 4: A/B Experiment (Online Serving)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34840"/>
            <a:ext cx="5303520" cy="118872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Serve treatment </a:t>
            </a:r>
            <a:r>
              <a:rPr dirty="0" err="1"/>
              <a:t>StableId</a:t>
            </a:r>
            <a:r>
              <a:rPr dirty="0"/>
              <a:t> to treatment group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Route via UMS-side group assignment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400">
                <a:solidFill>
                  <a:srgbClr val="333333"/>
                </a:solidFill>
              </a:defRPr>
            </a:pPr>
            <a:r>
              <a:rPr dirty="0"/>
              <a:t>Measure KPI differences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126480"/>
            <a:ext cx="11247120" cy="41148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A5C"/>
                </a:solidFill>
              </a:defRPr>
            </a:pPr>
            <a:r>
              <a:t>UMS owns Parts 1–2    |    Partner teams own Part 3    |    Joint ownership of Part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3600"/>
              <a:t>UMS Pipeline: Traffic Split Implementation</a:t>
            </a:r>
            <a:endParaRPr lang="en-US" sz="3600"/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i="1">
                <a:solidFill>
                  <a:srgbClr val="666666"/>
                </a:solidFill>
              </a:defRPr>
            </a:pPr>
            <a:r>
              <a:t>How Part 1 works — building isolated experiment groups from two UMS graphs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82548" y="1771876"/>
            <a:ext cx="192024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rPr sz="1200" dirty="0"/>
              <a:t>Step 1</a:t>
            </a:r>
            <a:br>
              <a:rPr sz="1200" dirty="0"/>
            </a:br>
            <a:br>
              <a:rPr sz="1200" dirty="0"/>
            </a:br>
            <a:r>
              <a:rPr sz="1200" dirty="0"/>
              <a:t>Run pipeline twice</a:t>
            </a:r>
            <a:br>
              <a:rPr sz="1200" dirty="0"/>
            </a:br>
            <a:r>
              <a:rPr sz="1200" dirty="0"/>
              <a:t>→ UmsMap1 (prod)</a:t>
            </a:r>
            <a:br>
              <a:rPr sz="1200" dirty="0"/>
            </a:br>
            <a:r>
              <a:rPr sz="1200" dirty="0"/>
              <a:t>→ UmsMap2 (treatment)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69335" y="2272374"/>
            <a:ext cx="320040" cy="27432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01871" y="1769454"/>
            <a:ext cx="192024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Step 2</a:t>
            </a:r>
            <a:br>
              <a:rPr sz="1200">
                <a:solidFill>
                  <a:srgbClr val="FFFFFF"/>
                </a:solidFill>
              </a:rPr>
            </a:br>
            <a:br>
              <a:rPr sz="1200">
                <a:solidFill>
                  <a:srgbClr val="FFFFFF"/>
                </a:solidFill>
              </a:rPr>
            </a:br>
            <a:r>
              <a:rPr sz="1200">
                <a:solidFill>
                  <a:srgbClr val="FFFFFF"/>
                </a:solidFill>
              </a:rPr>
              <a:t>Diff the maps</a:t>
            </a:r>
            <a:br>
              <a:rPr sz="1200">
                <a:solidFill>
                  <a:srgbClr val="FFFFFF"/>
                </a:solidFill>
              </a:rPr>
            </a:br>
            <a:r>
              <a:rPr sz="1200">
                <a:solidFill>
                  <a:srgbClr val="FFFFFF"/>
                </a:solidFill>
              </a:rPr>
              <a:t>→ Find users whose</a:t>
            </a:r>
            <a:br>
              <a:rPr sz="1200">
                <a:solidFill>
                  <a:srgbClr val="FFFFFF"/>
                </a:solidFill>
              </a:rPr>
            </a:br>
            <a:r>
              <a:rPr sz="1200">
                <a:solidFill>
                  <a:srgbClr val="FFFFFF"/>
                </a:solidFill>
              </a:rPr>
              <a:t>StableId changed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434607" y="2276006"/>
            <a:ext cx="320040" cy="27432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67144" y="1771876"/>
            <a:ext cx="192024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FFFFFF"/>
                </a:solidFill>
              </a:rPr>
              <a:t>Step 3</a:t>
            </a:r>
            <a:br>
              <a:rPr sz="1200" dirty="0">
                <a:solidFill>
                  <a:srgbClr val="FFFFFF"/>
                </a:solidFill>
              </a:rPr>
            </a:b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Build Super-Stable-ID</a:t>
            </a: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groups via connected</a:t>
            </a: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components</a:t>
            </a:r>
          </a:p>
        </p:txBody>
      </p:sp>
      <p:sp>
        <p:nvSpPr>
          <p:cNvPr id="9" name="Right Arrow 8"/>
          <p:cNvSpPr/>
          <p:nvPr/>
        </p:nvSpPr>
        <p:spPr>
          <a:xfrm rot="8345986">
            <a:off x="8241814" y="3525756"/>
            <a:ext cx="320040" cy="27432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26206" y="4057876"/>
            <a:ext cx="192024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dirty="0">
                <a:solidFill>
                  <a:srgbClr val="FFFFFF"/>
                </a:solidFill>
              </a:rPr>
              <a:t>Step 4</a:t>
            </a:r>
            <a:br>
              <a:rPr sz="1200" dirty="0">
                <a:solidFill>
                  <a:srgbClr val="FFFFFF"/>
                </a:solidFill>
              </a:rPr>
            </a:b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Sample &amp; assign</a:t>
            </a: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groups: half control</a:t>
            </a: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half treatment</a:t>
            </a:r>
          </a:p>
        </p:txBody>
      </p:sp>
      <p:sp>
        <p:nvSpPr>
          <p:cNvPr id="11" name="Right Arrow 10"/>
          <p:cNvSpPr/>
          <p:nvPr/>
        </p:nvSpPr>
        <p:spPr>
          <a:xfrm rot="10800000">
            <a:off x="5971592" y="4581839"/>
            <a:ext cx="320040" cy="274320"/>
          </a:xfrm>
          <a:prstGeom prst="right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16779" y="4055454"/>
            <a:ext cx="1920240" cy="12801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/>
            <a:r>
              <a:rPr sz="1200" dirty="0">
                <a:solidFill>
                  <a:srgbClr val="FFFFFF"/>
                </a:solidFill>
              </a:rPr>
              <a:t>Step 5</a:t>
            </a:r>
            <a:br>
              <a:rPr sz="1200" dirty="0">
                <a:solidFill>
                  <a:srgbClr val="FFFFFF"/>
                </a:solidFill>
              </a:rPr>
            </a:b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Publish treatment</a:t>
            </a:r>
            <a:br>
              <a:rPr sz="1200" dirty="0">
                <a:solidFill>
                  <a:srgbClr val="FFFFFF"/>
                </a:solidFill>
              </a:rPr>
            </a:br>
            <a:r>
              <a:rPr sz="1200" dirty="0">
                <a:solidFill>
                  <a:srgbClr val="FFFFFF"/>
                </a:solidFill>
              </a:rPr>
              <a:t>subset only (small %)</a:t>
            </a:r>
            <a:br>
              <a:rPr sz="1200" dirty="0">
                <a:solidFill>
                  <a:srgbClr val="FFFFFF"/>
                </a:solidFill>
              </a:rPr>
            </a:br>
            <a:r>
              <a:rPr sz="1200">
                <a:solidFill>
                  <a:srgbClr val="FFFFFF"/>
                </a:solidFill>
              </a:rPr>
              <a:t>to </a:t>
            </a:r>
            <a:r>
              <a:rPr lang="en-US" sz="1200">
                <a:solidFill>
                  <a:srgbClr val="FFFFFF"/>
                </a:solidFill>
              </a:rPr>
              <a:t>Object Store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86687" y="5598731"/>
            <a:ext cx="9418320" cy="54864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Key Guarantee: No real-world user ever appears in both experiment arms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3200"/>
              <a:t>Ensuring Experiment Isolation: "Super-Stable-ID" Groups</a:t>
            </a:r>
            <a:endParaRPr lang="en-US" sz="3200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5029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1B3A5C"/>
                </a:solidFill>
              </a:defRPr>
            </a:pPr>
            <a:r>
              <a:rPr dirty="0"/>
              <a:t>What Are They?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When UMS2 merges or splits user clusters, some identifiers change </a:t>
            </a:r>
            <a:r>
              <a:rPr dirty="0" err="1"/>
              <a:t>StableId</a:t>
            </a:r>
            <a:r>
              <a:rPr dirty="0"/>
              <a:t> assignment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A </a:t>
            </a:r>
            <a:r>
              <a:rPr b="1" dirty="0"/>
              <a:t>Super-Stable-ID bundles all identifiers</a:t>
            </a:r>
            <a:r>
              <a:rPr dirty="0"/>
              <a:t> that are connected under either graph into one unit</a:t>
            </a:r>
          </a:p>
          <a:p>
            <a:pPr algn="l">
              <a:spcAft>
                <a:spcPts val="600"/>
              </a:spcAft>
            </a:pPr>
            <a:endParaRPr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1B3A5C"/>
                </a:solidFill>
              </a:defRPr>
            </a:pPr>
            <a:r>
              <a:rPr dirty="0"/>
              <a:t>Why They Matter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These bundles become the experiment randomization units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</a:defRPr>
            </a:pPr>
            <a:r>
              <a:rPr dirty="0"/>
              <a:t>All IDs in a Super-Stable-ID are assigned to the same group (control or treatment)</a:t>
            </a:r>
            <a:r>
              <a:rPr lang="en-US" dirty="0"/>
              <a:t> to ensure no leakage in both graphs</a:t>
            </a:r>
            <a:endParaRPr dirty="0"/>
          </a:p>
          <a:p>
            <a:pPr algn="l">
              <a:spcAft>
                <a:spcPts val="600"/>
              </a:spcAft>
            </a:pPr>
            <a:endParaRPr sz="2000"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1B3A5C"/>
                </a:solidFill>
              </a:defRPr>
            </a:pPr>
            <a:r>
              <a:rPr dirty="0"/>
              <a:t>What This Prevents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Mixed experiences for the same real-world user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Polluted attribution (conversions counted in wrong group)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Misleading KPI lifts from spillover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188720"/>
            <a:ext cx="4114800" cy="457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28800"/>
            <a:ext cx="192024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A5C"/>
                </a:solidFill>
              </a:defRPr>
            </a:pPr>
            <a:endParaRPr lang="en-US" dirty="0"/>
          </a:p>
          <a:p>
            <a:pPr algn="ctr">
              <a:defRPr sz="1000" b="0">
                <a:solidFill>
                  <a:srgbClr val="1B3A5C"/>
                </a:solidFill>
              </a:defRPr>
            </a:pPr>
            <a:r>
              <a:rPr lang="en-US" dirty="0"/>
              <a:t>UMS1: </a:t>
            </a:r>
            <a:br>
              <a:rPr lang="en-US" dirty="0"/>
            </a:br>
            <a:r>
              <a:rPr lang="en-US" dirty="0"/>
              <a:t>M1 -&gt; S1, M2 -&gt; S1, M3 -&gt; S2</a:t>
            </a:r>
          </a:p>
          <a:p>
            <a:pPr algn="ctr">
              <a:defRPr sz="1000" b="0">
                <a:solidFill>
                  <a:srgbClr val="1B3A5C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784080" y="1828800"/>
            <a:ext cx="192024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A5C"/>
                </a:solidFill>
              </a:defRPr>
            </a:pPr>
            <a:r>
              <a:rPr lang="en-US" dirty="0"/>
              <a:t>UMS2:</a:t>
            </a:r>
            <a:br>
              <a:rPr lang="en-US" dirty="0"/>
            </a:br>
            <a:r>
              <a:rPr lang="en-US" dirty="0"/>
              <a:t>M1 -&gt; S1, M2 -&gt; S2, M3 -&gt; S2</a:t>
            </a:r>
            <a:endParaRPr dirty="0"/>
          </a:p>
        </p:txBody>
      </p:sp>
      <p:sp>
        <p:nvSpPr>
          <p:cNvPr id="7" name="Down Arrow 6"/>
          <p:cNvSpPr/>
          <p:nvPr/>
        </p:nvSpPr>
        <p:spPr>
          <a:xfrm>
            <a:off x="9509760" y="2743200"/>
            <a:ext cx="274320" cy="36576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0" y="3291840"/>
            <a:ext cx="4114800" cy="640080"/>
          </a:xfrm>
          <a:prstGeom prst="roundRect">
            <a:avLst/>
          </a:prstGeom>
          <a:solidFill>
            <a:srgbClr val="E6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07C10"/>
                </a:solidFill>
              </a:defRPr>
            </a:pPr>
            <a:r>
              <a:rPr lang="en-US" dirty="0"/>
              <a:t>Generate Super-stable-id S1</a:t>
            </a:r>
          </a:p>
          <a:p>
            <a:pPr algn="ctr">
              <a:defRPr sz="1000" b="0">
                <a:solidFill>
                  <a:srgbClr val="107C10"/>
                </a:solidFill>
              </a:defRPr>
            </a:pPr>
            <a:r>
              <a:rPr lang="en-US" dirty="0"/>
              <a:t>M1, M2, M3 -&gt; S1</a:t>
            </a:r>
            <a:endParaRPr dirty="0"/>
          </a:p>
        </p:txBody>
      </p:sp>
      <p:sp>
        <p:nvSpPr>
          <p:cNvPr id="9" name="Down Arrow 8"/>
          <p:cNvSpPr/>
          <p:nvPr/>
        </p:nvSpPr>
        <p:spPr>
          <a:xfrm>
            <a:off x="9509760" y="4114800"/>
            <a:ext cx="274320" cy="36576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4663440"/>
            <a:ext cx="4114800" cy="64008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dirty="0"/>
              <a:t>Experiment Assignment based on Super-stable-id S1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3200"/>
              <a:t>Safety Gate: A/A Testing Before A/B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200400" cy="10972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A/A Phase</a:t>
            </a:r>
            <a:br/>
            <a:r>
              <a:t>Both groups serve UMS1</a:t>
            </a:r>
            <a:br/>
            <a:r>
              <a:t>UMS2 is shadow-logged only</a:t>
            </a:r>
          </a:p>
        </p:txBody>
      </p:sp>
      <p:sp>
        <p:nvSpPr>
          <p:cNvPr id="4" name="Down Arrow 3"/>
          <p:cNvSpPr/>
          <p:nvPr/>
        </p:nvSpPr>
        <p:spPr>
          <a:xfrm>
            <a:off x="1920240" y="2560320"/>
            <a:ext cx="274320" cy="36576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3108960"/>
            <a:ext cx="3200400" cy="13716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Validate</a:t>
            </a:r>
            <a:br/>
            <a:r>
              <a:t>• Traffic balance</a:t>
            </a:r>
            <a:br/>
            <a:r>
              <a:t>• Baseline KPI parity</a:t>
            </a:r>
            <a:br/>
            <a:r>
              <a:t>• Mapping diff size</a:t>
            </a:r>
          </a:p>
        </p:txBody>
      </p:sp>
      <p:sp>
        <p:nvSpPr>
          <p:cNvPr id="6" name="Down Arrow 5"/>
          <p:cNvSpPr/>
          <p:nvPr/>
        </p:nvSpPr>
        <p:spPr>
          <a:xfrm>
            <a:off x="1920240" y="4663440"/>
            <a:ext cx="274320" cy="365760"/>
          </a:xfrm>
          <a:prstGeom prst="downArrow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5212080"/>
            <a:ext cx="3200400" cy="9144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Decision Gate</a:t>
            </a:r>
            <a:br/>
            <a:r>
              <a:t>Pass → proceed to A/B</a:t>
            </a:r>
            <a:br/>
            <a:r>
              <a:t>Fail → investigate &amp;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8138" y="1188720"/>
            <a:ext cx="7589520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B3A5C"/>
                </a:solidFill>
              </a:defRPr>
            </a:pPr>
            <a:r>
              <a:rPr dirty="0"/>
              <a:t>Why A/A First?</a:t>
            </a:r>
          </a:p>
          <a:p>
            <a:pPr algn="l"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rPr lang="en-US" dirty="0"/>
              <a:t>Ensure correctness: 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Confirms control and treatment groups are comparable before treatment is applied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Detects sampling bias, instrumentation bugs, or pipeline issues early</a:t>
            </a:r>
            <a:endParaRPr lang="en-US" dirty="0"/>
          </a:p>
          <a:p>
            <a:pPr algn="l"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rPr lang="en-US" dirty="0"/>
              <a:t>Understand potential impact: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Validations on traffic size and graph differences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600"/>
              </a:spcAft>
            </a:pPr>
            <a:endParaRPr dirty="0"/>
          </a:p>
          <a:p>
            <a:pPr algn="l">
              <a:spcAft>
                <a:spcPts val="600"/>
              </a:spcAft>
            </a:pPr>
            <a:endParaRPr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1B3A5C"/>
                </a:solidFill>
              </a:defRPr>
            </a:pPr>
            <a:r>
              <a:rPr dirty="0"/>
              <a:t>Decision Criteria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Only proceed to A/B if A/A shows no significant difference</a:t>
            </a:r>
            <a:r>
              <a:rPr lang="en-US" dirty="0"/>
              <a:t> on metrics</a:t>
            </a:r>
            <a:endParaRPr dirty="0"/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Only suggest downstream team to make changes if A/A shows major changes on graphs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Decision Point: Experiment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i="1">
                <a:solidFill>
                  <a:srgbClr val="666666"/>
                </a:solidFill>
              </a:defRPr>
            </a:pPr>
            <a:r>
              <a:t>After A/A passes, choose how deep to go. UMS supports both; downstream teams decide.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3035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Option A: Read-Side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03520" cy="13716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Serve treatment </a:t>
            </a:r>
            <a:r>
              <a:rPr dirty="0" err="1"/>
              <a:t>StableId</a:t>
            </a:r>
            <a:r>
              <a:rPr dirty="0"/>
              <a:t>; models stay prod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Fast, low coordination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Measures lower-bound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30352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Option B: Full Feedback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665470" cy="13335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t>Fork attribution + retrain </a:t>
            </a:r>
            <a:r>
              <a:rPr lang="en-US"/>
              <a:t>MSAN Selection models (for phase-1)</a:t>
            </a:r>
            <a:endParaRPr dirty="0"/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Slower, higher confidence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dirty="0"/>
              <a:t>Measures full causal 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611880"/>
            <a:ext cx="173736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0" y="3611880"/>
            <a:ext cx="2286000" cy="384048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611880"/>
            <a:ext cx="2286000" cy="384048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023360"/>
            <a:ext cx="1737360" cy="38404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t>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023360"/>
            <a:ext cx="228600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Fast (days)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023360"/>
            <a:ext cx="2286000" cy="384048"/>
          </a:xfrm>
          <a:prstGeom prst="roundRect">
            <a:avLst/>
          </a:prstGeom>
          <a:solidFill>
            <a:srgbClr val="E6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Slow (weeks)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453128"/>
            <a:ext cx="1737360" cy="38404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t>Coordination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4453128"/>
            <a:ext cx="228600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Low — UMS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453128"/>
            <a:ext cx="2286000" cy="384048"/>
          </a:xfrm>
          <a:prstGeom prst="roundRect">
            <a:avLst/>
          </a:prstGeom>
          <a:solidFill>
            <a:srgbClr val="E6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High — multiple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882896"/>
            <a:ext cx="1737360" cy="38404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t>Impact Measured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882896"/>
            <a:ext cx="228600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Lower-bound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882896"/>
            <a:ext cx="2286000" cy="384048"/>
          </a:xfrm>
          <a:prstGeom prst="roundRect">
            <a:avLst/>
          </a:prstGeom>
          <a:solidFill>
            <a:srgbClr val="E6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Full causal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312664"/>
            <a:ext cx="1737360" cy="384048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t>When to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5312664"/>
            <a:ext cx="228600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Small/moderate diffs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312664"/>
            <a:ext cx="2286000" cy="384048"/>
          </a:xfrm>
          <a:prstGeom prst="roundRect">
            <a:avLst/>
          </a:prstGeom>
          <a:solidFill>
            <a:srgbClr val="E6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Large diffs, high stakes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E89A40-2478-6AF6-E711-18BC96D61505}"/>
              </a:ext>
            </a:extLst>
          </p:cNvPr>
          <p:cNvSpPr txBox="1"/>
          <p:nvPr/>
        </p:nvSpPr>
        <p:spPr>
          <a:xfrm>
            <a:off x="457200" y="5943600"/>
            <a:ext cx="112395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BF8F00"/>
                </a:solidFill>
              </a:rPr>
              <a:t>⚠ Hard prerequisite for both options: pre-build &gt;= 30 days of click &amp; impression tables using Map2 before experiment start.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C2BE9-682B-55AF-F003-358BA49EEAC6}"/>
              </a:ext>
            </a:extLst>
          </p:cNvPr>
          <p:cNvSpPr/>
          <p:nvPr/>
        </p:nvSpPr>
        <p:spPr>
          <a:xfrm>
            <a:off x="305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800" b="1">
                <a:solidFill>
                  <a:srgbClr val="FFFFFF"/>
                </a:solidFill>
              </a:defRPr>
            </a:pPr>
            <a:r>
              <a:rPr sz="3200"/>
              <a:t>Key Open Questions: Triggering &amp; Measurement</a:t>
            </a:r>
            <a:endParaRPr lang="en-US" sz="320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E93725CF-EE86-7F17-B2A1-13099B907151}"/>
              </a:ext>
            </a:extLst>
          </p:cNvPr>
          <p:cNvSpPr/>
          <p:nvPr/>
        </p:nvSpPr>
        <p:spPr>
          <a:xfrm>
            <a:off x="457505" y="1188720"/>
            <a:ext cx="54864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Experiment Triggering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90B8498-A3AF-F692-BA8A-58A8D773FF3A}"/>
              </a:ext>
            </a:extLst>
          </p:cNvPr>
          <p:cNvSpPr txBox="1"/>
          <p:nvPr/>
        </p:nvSpPr>
        <p:spPr>
          <a:xfrm>
            <a:off x="457505" y="1737360"/>
            <a:ext cx="5486400" cy="4114800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A5C"/>
                </a:solidFill>
              </a:defRPr>
            </a:pPr>
            <a:r>
              <a:t>Why It Cannot Be Client-Side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Existing infrastructure assumes request-level triggering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Identity isolation requires user-cluster-level control</a:t>
            </a:r>
          </a:p>
          <a:p>
            <a:pPr algn="l">
              <a:spcAft>
                <a:spcPts val="600"/>
              </a:spcAft>
            </a:pPr>
            <a:endParaRPr/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A5C"/>
                </a:solidFill>
              </a:defRPr>
            </a:pPr>
            <a:r>
              <a:t>How It Would Work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UMS assigns group via hash(super_stable_id)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Downstream systems query UMS or check assignment table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Alternatively, experiment platform queries UMS for assignment</a:t>
            </a:r>
          </a:p>
          <a:p>
            <a:pPr algn="l">
              <a:spcAft>
                <a:spcPts val="600"/>
              </a:spcAft>
            </a:pPr>
            <a:endParaRPr/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A5C"/>
                </a:solidFill>
              </a:defRPr>
            </a:pPr>
            <a:r>
              <a:t>Example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MUID_123 arrives → UMS checks super_stable_id → returns treatment StableId (or prod if control / unassigned)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0BE19E9-DC87-8DA5-4714-688D0DC0BD4F}"/>
              </a:ext>
            </a:extLst>
          </p:cNvPr>
          <p:cNvSpPr/>
          <p:nvPr/>
        </p:nvSpPr>
        <p:spPr>
          <a:xfrm>
            <a:off x="6401105" y="1188720"/>
            <a:ext cx="53035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Measurement &amp; Downstream Coordination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341C63B-8CEF-8BE4-F15F-26B36ECD3013}"/>
              </a:ext>
            </a:extLst>
          </p:cNvPr>
          <p:cNvSpPr txBox="1"/>
          <p:nvPr/>
        </p:nvSpPr>
        <p:spPr>
          <a:xfrm>
            <a:off x="6401105" y="1737360"/>
            <a:ext cx="5303520" cy="41148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A5C"/>
                </a:solidFill>
              </a:defRPr>
            </a:pPr>
            <a:r>
              <a:rPr dirty="0"/>
              <a:t>Scorecard Gap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Standard scorecards assume client-side triggering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UMS-triggered experiments need a new reporting model</a:t>
            </a:r>
          </a:p>
          <a:p>
            <a:pPr algn="l">
              <a:spcAft>
                <a:spcPts val="600"/>
              </a:spcAft>
            </a:pPr>
            <a:endParaRPr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A5C"/>
                </a:solidFill>
              </a:defRPr>
            </a:pPr>
            <a:r>
              <a:rPr dirty="0"/>
              <a:t>Downstream Team Notification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lang="en-US" dirty="0"/>
              <a:t>Inform Attribution</a:t>
            </a:r>
            <a:r>
              <a:rPr dirty="0"/>
              <a:t> </a:t>
            </a:r>
            <a:r>
              <a:rPr lang="en-US" dirty="0"/>
              <a:t>&amp; </a:t>
            </a:r>
            <a:r>
              <a:t>modeling teams </a:t>
            </a:r>
            <a:r>
              <a:rPr lang="en-US"/>
              <a:t>over</a:t>
            </a:r>
            <a:r>
              <a:t> experiment </a:t>
            </a:r>
            <a:r>
              <a:rPr dirty="0"/>
              <a:t>groups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If </a:t>
            </a:r>
            <a:r>
              <a:rPr lang="en-US" dirty="0"/>
              <a:t>Option B </a:t>
            </a:r>
            <a:r>
              <a:rPr dirty="0"/>
              <a:t>is chosen, downstream pipeline changes are required</a:t>
            </a:r>
          </a:p>
          <a:p>
            <a:pPr algn="l">
              <a:spcAft>
                <a:spcPts val="600"/>
              </a:spcAft>
            </a:pPr>
            <a:endParaRPr dirty="0"/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B3A5C"/>
                </a:solidFill>
              </a:defRPr>
            </a:pPr>
            <a:r>
              <a:rPr dirty="0"/>
              <a:t>Alignment Needed With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Experimentation platform team — triggering and scorecard support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Attribution pipeline owners — experiment-aware attribution</a:t>
            </a:r>
          </a:p>
          <a:p>
            <a:pPr algn="l"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rPr dirty="0"/>
              <a:t>Modeling team — potential model retraining on treatment data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6D471DE0-C243-29C7-FBD5-660585C0DFE0}"/>
              </a:ext>
            </a:extLst>
          </p:cNvPr>
          <p:cNvSpPr/>
          <p:nvPr/>
        </p:nvSpPr>
        <p:spPr>
          <a:xfrm>
            <a:off x="1371905" y="5943600"/>
            <a:ext cx="9418320" cy="4572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  Resolving triggering and measurement is a prerequisite for any UMS graph experiment</a:t>
            </a:r>
          </a:p>
        </p:txBody>
      </p:sp>
    </p:spTree>
    <p:extLst>
      <p:ext uri="{BB962C8B-B14F-4D97-AF65-F5344CB8AC3E}">
        <p14:creationId xmlns:p14="http://schemas.microsoft.com/office/powerpoint/2010/main" val="513641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/>
              <a:t>Experiment Ownership: Who Controls Randomization?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15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i="1">
                <a:solidFill>
                  <a:srgbClr val="666666"/>
                </a:solidFill>
              </a:defRPr>
            </a:pPr>
            <a:r>
              <a:rPr lang="en-US"/>
              <a:t>Central architectural question — two paths depending on MMS engineering feasibility</a:t>
            </a: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530352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n-US"/>
              <a:t>Option A: MMS-Native Randomization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03520" cy="320040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Randomization unit = super-stableId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MMS handles T/C assignment natively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Clean experiment semantics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Standard scorecards usable for KPI evaluation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endParaRPr lang="en-US"/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Pros: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  • Clean, standard approach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  • No custom aggregation needed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endParaRPr lang="en-US"/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Cons: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  • Unknown MMS engineering cost</a:t>
            </a:r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/>
              <a:t>  • Timeline dependency on MMS team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30352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n-US"/>
              <a:t>Option B: UMS-Managed (Fallback)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665470" cy="32004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UMS assigns T/C via super-</a:t>
            </a:r>
            <a:r>
              <a:rPr lang="en-US" dirty="0" err="1"/>
              <a:t>stableId</a:t>
            </a:r>
            <a:r>
              <a:rPr lang="en-US" dirty="0"/>
              <a:t> sampling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Override prod </a:t>
            </a:r>
            <a:r>
              <a:rPr lang="en-US" dirty="0" err="1"/>
              <a:t>StableId</a:t>
            </a:r>
            <a:r>
              <a:rPr lang="en-US"/>
              <a:t> with treatment </a:t>
            </a:r>
            <a:r>
              <a:rPr lang="en-US" dirty="0" err="1"/>
              <a:t>StableId</a:t>
            </a:r>
            <a:endParaRPr lang="en-US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Tag logs explicitly with T/C markers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Requires custom KPI aggregation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endParaRPr lang="en-US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Pros: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  • No MMS dependency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  • UMS has full control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endParaRPr lang="en-US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Cons: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  • Standard scorecards cannot be used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333333"/>
                </a:solidFill>
              </a:defRPr>
            </a:pPr>
            <a:r>
              <a:rPr lang="en-US" dirty="0"/>
              <a:t>  • Custom analysis pipeline required</a:t>
            </a:r>
            <a:endParaRPr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4FEF597-4A9F-A709-A6F5-DB08F9B3616C}"/>
              </a:ext>
            </a:extLst>
          </p:cNvPr>
          <p:cNvSpPr/>
          <p:nvPr/>
        </p:nvSpPr>
        <p:spPr>
          <a:xfrm>
            <a:off x="1371600" y="5760720"/>
            <a:ext cx="9410700" cy="546100"/>
          </a:xfrm>
          <a:prstGeom prst="round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914400"/>
            <a:r>
              <a:rPr lang="en-US" sz="1400" b="1">
                <a:solidFill>
                  <a:srgbClr val="FFFFFF"/>
                </a:solidFill>
              </a:rPr>
              <a:t>Current status: Option B is the viable fallback if MMS cost is high. Decision pending.</a:t>
            </a:r>
          </a:p>
        </p:txBody>
      </p:sp>
    </p:spTree>
    <p:extLst>
      <p:ext uri="{BB962C8B-B14F-4D97-AF65-F5344CB8AC3E}">
        <p14:creationId xmlns:p14="http://schemas.microsoft.com/office/powerpoint/2010/main" val="4076548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3716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lang="en-US"/>
              <a:t>Asks &amp; Timeline</a:t>
            </a: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Key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n-US" dirty="0"/>
              <a:t>Adopt</a:t>
            </a:r>
            <a:r>
              <a:rPr dirty="0"/>
              <a:t> as standard methodology for UMS graph experiments, A/A as mandatory safety gate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dirty="0"/>
              <a:t>Align on UMS-side triggering and scorecard ownership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 algn="l">
              <a:spcAft>
                <a:spcPts val="4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dirty="0"/>
              <a:t>Identify downstream changes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6126480"/>
            <a:ext cx="6675120" cy="4114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UMS Team  |  March 2026  |  Questions?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20FD4E-6B69-0DFC-9380-1F40A3315A36}"/>
              </a:ext>
            </a:extLst>
          </p:cNvPr>
          <p:cNvSpPr/>
          <p:nvPr/>
        </p:nvSpPr>
        <p:spPr>
          <a:xfrm>
            <a:off x="6400800" y="1210310"/>
            <a:ext cx="5295900" cy="4572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6E9823-5E95-B012-CC54-018CF3BBDE1F}"/>
              </a:ext>
            </a:extLst>
          </p:cNvPr>
          <p:cNvSpPr/>
          <p:nvPr/>
        </p:nvSpPr>
        <p:spPr>
          <a:xfrm>
            <a:off x="6400800" y="1778000"/>
            <a:ext cx="635000" cy="2921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C2S1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CC8AE-DC50-EA40-509D-D7DB209EEBDA}"/>
              </a:ext>
            </a:extLst>
          </p:cNvPr>
          <p:cNvSpPr txBox="1"/>
          <p:nvPr/>
        </p:nvSpPr>
        <p:spPr>
          <a:xfrm>
            <a:off x="7132320" y="1862638"/>
            <a:ext cx="4572000" cy="16927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0. Discussion on the final solution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6A4378-B4F8-DAB2-29CD-EFA2BC23FA6C}"/>
              </a:ext>
            </a:extLst>
          </p:cNvPr>
          <p:cNvSpPr/>
          <p:nvPr/>
        </p:nvSpPr>
        <p:spPr>
          <a:xfrm>
            <a:off x="6400800" y="2159000"/>
            <a:ext cx="635000" cy="2921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C2S2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4F4210-26D8-694A-54C2-C5B62C363404}"/>
              </a:ext>
            </a:extLst>
          </p:cNvPr>
          <p:cNvSpPr txBox="1"/>
          <p:nvPr/>
        </p:nvSpPr>
        <p:spPr>
          <a:xfrm>
            <a:off x="7117080" y="2243638"/>
            <a:ext cx="4572000" cy="16927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1. Pipeline: Super-stable-ID construction &amp; evaluation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B39C2B1-D2CE-2F8A-1270-EDB92A4444C6}"/>
              </a:ext>
            </a:extLst>
          </p:cNvPr>
          <p:cNvSpPr/>
          <p:nvPr/>
        </p:nvSpPr>
        <p:spPr>
          <a:xfrm>
            <a:off x="6400800" y="2540000"/>
            <a:ext cx="635000" cy="2921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C2S3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4768A6-8B27-E9DB-0E60-95F155073C1B}"/>
              </a:ext>
            </a:extLst>
          </p:cNvPr>
          <p:cNvSpPr txBox="1"/>
          <p:nvPr/>
        </p:nvSpPr>
        <p:spPr>
          <a:xfrm>
            <a:off x="7117080" y="2617174"/>
            <a:ext cx="4572000" cy="16927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2. Logging change for triggered scorecard generation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67E770-E62A-BC7A-AA0F-26F60D80E40A}"/>
              </a:ext>
            </a:extLst>
          </p:cNvPr>
          <p:cNvSpPr/>
          <p:nvPr/>
        </p:nvSpPr>
        <p:spPr>
          <a:xfrm>
            <a:off x="6400800" y="2921000"/>
            <a:ext cx="635000" cy="2921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C2S3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BA949C-B7B6-E678-75A0-0F7B54579096}"/>
              </a:ext>
            </a:extLst>
          </p:cNvPr>
          <p:cNvSpPr txBox="1"/>
          <p:nvPr/>
        </p:nvSpPr>
        <p:spPr>
          <a:xfrm>
            <a:off x="7117080" y="2998174"/>
            <a:ext cx="4572000" cy="16927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3. Triggered scorecard generation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E70B69-7702-0798-8E83-3FF7A85EBF12}"/>
              </a:ext>
            </a:extLst>
          </p:cNvPr>
          <p:cNvSpPr/>
          <p:nvPr/>
        </p:nvSpPr>
        <p:spPr>
          <a:xfrm>
            <a:off x="6400800" y="3302000"/>
            <a:ext cx="635000" cy="2921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C2S3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C1D0D3-7685-ACFA-395D-28FE14A62BCB}"/>
              </a:ext>
            </a:extLst>
          </p:cNvPr>
          <p:cNvSpPr txBox="1"/>
          <p:nvPr/>
        </p:nvSpPr>
        <p:spPr>
          <a:xfrm>
            <a:off x="7117080" y="3379174"/>
            <a:ext cx="4572000" cy="33855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4. MMS change: replace LWLI with LWLI-LI-LR for treatment</a:t>
            </a:r>
          </a:p>
          <a:p>
            <a:endParaRPr lang="en-US" sz="1100" dirty="0">
              <a:solidFill>
                <a:srgbClr val="333333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2BAE16-76A9-28CB-D603-793B0BC9353E}"/>
              </a:ext>
            </a:extLst>
          </p:cNvPr>
          <p:cNvSpPr/>
          <p:nvPr/>
        </p:nvSpPr>
        <p:spPr>
          <a:xfrm>
            <a:off x="6400800" y="3683000"/>
            <a:ext cx="635000" cy="2921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</a:rPr>
              <a:t>C2S4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4CF9CE-8436-7C11-7A1F-3646D70AB5AE}"/>
              </a:ext>
            </a:extLst>
          </p:cNvPr>
          <p:cNvSpPr txBox="1"/>
          <p:nvPr/>
        </p:nvSpPr>
        <p:spPr>
          <a:xfrm>
            <a:off x="7117080" y="3781276"/>
            <a:ext cx="4572000" cy="16927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5. A/A test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748A6B3-2549-009B-AB77-F628FA7B5654}"/>
              </a:ext>
            </a:extLst>
          </p:cNvPr>
          <p:cNvSpPr/>
          <p:nvPr/>
        </p:nvSpPr>
        <p:spPr>
          <a:xfrm>
            <a:off x="6400800" y="4061875"/>
            <a:ext cx="635000" cy="2921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C2S4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D6ED4-DD79-3308-B7C0-9330CC229480}"/>
              </a:ext>
            </a:extLst>
          </p:cNvPr>
          <p:cNvSpPr txBox="1"/>
          <p:nvPr/>
        </p:nvSpPr>
        <p:spPr>
          <a:xfrm>
            <a:off x="7117080" y="4139049"/>
            <a:ext cx="4572000" cy="16927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6. Changes on Attributions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BBB8CF-904A-81BA-B516-B66CD176AFD5}"/>
              </a:ext>
            </a:extLst>
          </p:cNvPr>
          <p:cNvSpPr/>
          <p:nvPr/>
        </p:nvSpPr>
        <p:spPr>
          <a:xfrm>
            <a:off x="6400800" y="4442875"/>
            <a:ext cx="635000" cy="292100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</a:rPr>
              <a:t>C2S4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C26AF1-E980-4EDC-FF11-AE2DE5068715}"/>
              </a:ext>
            </a:extLst>
          </p:cNvPr>
          <p:cNvSpPr txBox="1"/>
          <p:nvPr/>
        </p:nvSpPr>
        <p:spPr>
          <a:xfrm>
            <a:off x="7124700" y="4533652"/>
            <a:ext cx="4572000" cy="169277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1100" dirty="0">
                <a:solidFill>
                  <a:srgbClr val="333333"/>
                </a:solidFill>
              </a:rPr>
              <a:t>7. Changes with MSAN selection team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1587</Words>
  <Application>Microsoft Office PowerPoint</Application>
  <PresentationFormat>Widescreen</PresentationFormat>
  <Paragraphs>220</Paragraphs>
  <Slides>12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Jinqi Shen</cp:lastModifiedBy>
  <cp:revision>5</cp:revision>
  <dcterms:created xsi:type="dcterms:W3CDTF">2013-01-27T09:14:16Z</dcterms:created>
  <dcterms:modified xsi:type="dcterms:W3CDTF">2026-04-03T19:10:29Z</dcterms:modified>
  <cp:category/>
</cp:coreProperties>
</file>